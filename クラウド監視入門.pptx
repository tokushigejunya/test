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9" r:id="rId3"/>
    <p:sldId id="362" r:id="rId4"/>
    <p:sldId id="321" r:id="rId5"/>
    <p:sldId id="390" r:id="rId6"/>
    <p:sldId id="320" r:id="rId7"/>
    <p:sldId id="351" r:id="rId8"/>
    <p:sldId id="363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371" r:id="rId17"/>
    <p:sldId id="372" r:id="rId18"/>
    <p:sldId id="373" r:id="rId19"/>
    <p:sldId id="388" r:id="rId20"/>
    <p:sldId id="374" r:id="rId21"/>
    <p:sldId id="375" r:id="rId22"/>
    <p:sldId id="376" r:id="rId23"/>
    <p:sldId id="377" r:id="rId24"/>
    <p:sldId id="378" r:id="rId25"/>
    <p:sldId id="379" r:id="rId26"/>
    <p:sldId id="381" r:id="rId27"/>
    <p:sldId id="382" r:id="rId28"/>
    <p:sldId id="383" r:id="rId29"/>
    <p:sldId id="380" r:id="rId30"/>
    <p:sldId id="384" r:id="rId31"/>
    <p:sldId id="385" r:id="rId32"/>
    <p:sldId id="386" r:id="rId33"/>
    <p:sldId id="387" r:id="rId34"/>
    <p:sldId id="389" r:id="rId35"/>
    <p:sldId id="391" r:id="rId3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1B089F-D7AD-4810-B9E7-846BBC3DE68D}" v="100" dt="2025-04-22T15:06:16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順哉 徳重" userId="61863bed2814b00a" providerId="LiveId" clId="{541B089F-D7AD-4810-B9E7-846BBC3DE68D}"/>
    <pc:docChg chg="undo custSel addSld delSld modSld sldOrd">
      <pc:chgData name="順哉 徳重" userId="61863bed2814b00a" providerId="LiveId" clId="{541B089F-D7AD-4810-B9E7-846BBC3DE68D}" dt="2025-04-22T15:06:57.449" v="3267" actId="1076"/>
      <pc:docMkLst>
        <pc:docMk/>
      </pc:docMkLst>
      <pc:sldChg chg="modSp mod">
        <pc:chgData name="順哉 徳重" userId="61863bed2814b00a" providerId="LiveId" clId="{541B089F-D7AD-4810-B9E7-846BBC3DE68D}" dt="2025-04-15T11:03:52.421" v="31" actId="20577"/>
        <pc:sldMkLst>
          <pc:docMk/>
          <pc:sldMk cId="1528216126" sldId="256"/>
        </pc:sldMkLst>
        <pc:spChg chg="mod">
          <ac:chgData name="順哉 徳重" userId="61863bed2814b00a" providerId="LiveId" clId="{541B089F-D7AD-4810-B9E7-846BBC3DE68D}" dt="2025-04-15T11:03:52.421" v="31" actId="20577"/>
          <ac:spMkLst>
            <pc:docMk/>
            <pc:sldMk cId="1528216126" sldId="256"/>
            <ac:spMk id="2" creationId="{3280058D-49E3-AF83-0C38-2B9F69507393}"/>
          </ac:spMkLst>
        </pc:spChg>
      </pc:sldChg>
      <pc:sldChg chg="modSp mod ord">
        <pc:chgData name="順哉 徳重" userId="61863bed2814b00a" providerId="LiveId" clId="{541B089F-D7AD-4810-B9E7-846BBC3DE68D}" dt="2025-04-16T14:04:03.256" v="2005"/>
        <pc:sldMkLst>
          <pc:docMk/>
          <pc:sldMk cId="1638014429" sldId="320"/>
        </pc:sldMkLst>
        <pc:spChg chg="mod">
          <ac:chgData name="順哉 徳重" userId="61863bed2814b00a" providerId="LiveId" clId="{541B089F-D7AD-4810-B9E7-846BBC3DE68D}" dt="2025-04-15T11:09:55.594" v="95"/>
          <ac:spMkLst>
            <pc:docMk/>
            <pc:sldMk cId="1638014429" sldId="320"/>
            <ac:spMk id="2" creationId="{F94DE2C9-DAE8-E7CE-7A50-DA1771223315}"/>
          </ac:spMkLst>
        </pc:spChg>
      </pc:sldChg>
      <pc:sldChg chg="addSp modSp mod">
        <pc:chgData name="順哉 徳重" userId="61863bed2814b00a" providerId="LiveId" clId="{541B089F-D7AD-4810-B9E7-846BBC3DE68D}" dt="2025-04-16T13:24:31.881" v="1828" actId="1076"/>
        <pc:sldMkLst>
          <pc:docMk/>
          <pc:sldMk cId="1291155482" sldId="321"/>
        </pc:sldMkLst>
        <pc:spChg chg="add mod">
          <ac:chgData name="順哉 徳重" userId="61863bed2814b00a" providerId="LiveId" clId="{541B089F-D7AD-4810-B9E7-846BBC3DE68D}" dt="2025-04-15T11:14:23.058" v="271" actId="1076"/>
          <ac:spMkLst>
            <pc:docMk/>
            <pc:sldMk cId="1291155482" sldId="321"/>
            <ac:spMk id="3" creationId="{CB7E871E-4E3C-17F7-B2CB-49E3F644250F}"/>
          </ac:spMkLst>
        </pc:spChg>
        <pc:spChg chg="mod">
          <ac:chgData name="順哉 徳重" userId="61863bed2814b00a" providerId="LiveId" clId="{541B089F-D7AD-4810-B9E7-846BBC3DE68D}" dt="2025-04-15T11:13:29.681" v="199" actId="255"/>
          <ac:spMkLst>
            <pc:docMk/>
            <pc:sldMk cId="1291155482" sldId="321"/>
            <ac:spMk id="4" creationId="{DFF47C63-02B1-F229-BB7A-B871392D8D17}"/>
          </ac:spMkLst>
        </pc:spChg>
        <pc:spChg chg="mod">
          <ac:chgData name="順哉 徳重" userId="61863bed2814b00a" providerId="LiveId" clId="{541B089F-D7AD-4810-B9E7-846BBC3DE68D}" dt="2025-04-15T11:11:39.894" v="104" actId="20577"/>
          <ac:spMkLst>
            <pc:docMk/>
            <pc:sldMk cId="1291155482" sldId="321"/>
            <ac:spMk id="5" creationId="{EF4EEB91-C992-9722-F90D-71204F966F24}"/>
          </ac:spMkLst>
        </pc:spChg>
        <pc:spChg chg="add mod">
          <ac:chgData name="順哉 徳重" userId="61863bed2814b00a" providerId="LiveId" clId="{541B089F-D7AD-4810-B9E7-846BBC3DE68D}" dt="2025-04-15T11:19:02.222" v="513" actId="1076"/>
          <ac:spMkLst>
            <pc:docMk/>
            <pc:sldMk cId="1291155482" sldId="321"/>
            <ac:spMk id="7" creationId="{A30709E4-4F9B-1812-234A-DF40CF892FE6}"/>
          </ac:spMkLst>
        </pc:spChg>
        <pc:spChg chg="add mod">
          <ac:chgData name="順哉 徳重" userId="61863bed2814b00a" providerId="LiveId" clId="{541B089F-D7AD-4810-B9E7-846BBC3DE68D}" dt="2025-04-15T11:20:21.827" v="554" actId="1076"/>
          <ac:spMkLst>
            <pc:docMk/>
            <pc:sldMk cId="1291155482" sldId="321"/>
            <ac:spMk id="9" creationId="{8E1E03EB-576E-4C3D-CC62-511EADB5E05C}"/>
          </ac:spMkLst>
        </pc:spChg>
        <pc:spChg chg="add mod">
          <ac:chgData name="順哉 徳重" userId="61863bed2814b00a" providerId="LiveId" clId="{541B089F-D7AD-4810-B9E7-846BBC3DE68D}" dt="2025-04-15T11:20:27.483" v="555" actId="1076"/>
          <ac:spMkLst>
            <pc:docMk/>
            <pc:sldMk cId="1291155482" sldId="321"/>
            <ac:spMk id="11" creationId="{5390AC1D-2E7B-0ADF-06F9-9EBC31B42E7E}"/>
          </ac:spMkLst>
        </pc:spChg>
        <pc:spChg chg="add mod">
          <ac:chgData name="順哉 徳重" userId="61863bed2814b00a" providerId="LiveId" clId="{541B089F-D7AD-4810-B9E7-846BBC3DE68D}" dt="2025-04-15T11:20:10.003" v="553" actId="1076"/>
          <ac:spMkLst>
            <pc:docMk/>
            <pc:sldMk cId="1291155482" sldId="321"/>
            <ac:spMk id="12" creationId="{72601FF0-3CEF-F2D7-9F69-5A1A80D888B9}"/>
          </ac:spMkLst>
        </pc:spChg>
        <pc:spChg chg="add mod">
          <ac:chgData name="順哉 徳重" userId="61863bed2814b00a" providerId="LiveId" clId="{541B089F-D7AD-4810-B9E7-846BBC3DE68D}" dt="2025-04-15T11:20:03.765" v="552" actId="20577"/>
          <ac:spMkLst>
            <pc:docMk/>
            <pc:sldMk cId="1291155482" sldId="321"/>
            <ac:spMk id="13" creationId="{75F78426-9590-0227-960B-2E12BF9DD1DB}"/>
          </ac:spMkLst>
        </pc:spChg>
        <pc:spChg chg="add mod">
          <ac:chgData name="順哉 徳重" userId="61863bed2814b00a" providerId="LiveId" clId="{541B089F-D7AD-4810-B9E7-846BBC3DE68D}" dt="2025-04-16T13:24:31.881" v="1828" actId="1076"/>
          <ac:spMkLst>
            <pc:docMk/>
            <pc:sldMk cId="1291155482" sldId="321"/>
            <ac:spMk id="15" creationId="{E63280C9-74D3-7FFE-4C06-52B6C5A29D02}"/>
          </ac:spMkLst>
        </pc:spChg>
      </pc:sldChg>
      <pc:sldChg chg="addSp delSp modSp new mod">
        <pc:chgData name="順哉 徳重" userId="61863bed2814b00a" providerId="LiveId" clId="{541B089F-D7AD-4810-B9E7-846BBC3DE68D}" dt="2025-04-18T22:43:07.307" v="2616" actId="1076"/>
        <pc:sldMkLst>
          <pc:docMk/>
          <pc:sldMk cId="597378199" sldId="322"/>
        </pc:sldMkLst>
        <pc:spChg chg="add mod">
          <ac:chgData name="順哉 徳重" userId="61863bed2814b00a" providerId="LiveId" clId="{541B089F-D7AD-4810-B9E7-846BBC3DE68D}" dt="2025-04-15T13:34:59.666" v="635" actId="20577"/>
          <ac:spMkLst>
            <pc:docMk/>
            <pc:sldMk cId="597378199" sldId="322"/>
            <ac:spMk id="2" creationId="{EF2686F1-435C-E09D-6BE3-02B860A11F1E}"/>
          </ac:spMkLst>
        </pc:spChg>
        <pc:spChg chg="add mod">
          <ac:chgData name="順哉 徳重" userId="61863bed2814b00a" providerId="LiveId" clId="{541B089F-D7AD-4810-B9E7-846BBC3DE68D}" dt="2025-04-18T22:40:55.419" v="2602" actId="20577"/>
          <ac:spMkLst>
            <pc:docMk/>
            <pc:sldMk cId="597378199" sldId="322"/>
            <ac:spMk id="3" creationId="{B27FFAFF-552A-613D-FD3B-B8607AC8BB65}"/>
          </ac:spMkLst>
        </pc:spChg>
        <pc:spChg chg="add mod">
          <ac:chgData name="順哉 徳重" userId="61863bed2814b00a" providerId="LiveId" clId="{541B089F-D7AD-4810-B9E7-846BBC3DE68D}" dt="2025-04-15T13:54:14.692" v="922" actId="20577"/>
          <ac:spMkLst>
            <pc:docMk/>
            <pc:sldMk cId="597378199" sldId="322"/>
            <ac:spMk id="6" creationId="{CCD08724-44F7-00B6-1D4E-17E150CA9EAC}"/>
          </ac:spMkLst>
        </pc:spChg>
        <pc:spChg chg="add mod">
          <ac:chgData name="順哉 徳重" userId="61863bed2814b00a" providerId="LiveId" clId="{541B089F-D7AD-4810-B9E7-846BBC3DE68D}" dt="2025-04-18T22:43:07.307" v="2616" actId="1076"/>
          <ac:spMkLst>
            <pc:docMk/>
            <pc:sldMk cId="597378199" sldId="322"/>
            <ac:spMk id="9" creationId="{47894AA2-881E-508A-D454-890380E6FF7E}"/>
          </ac:spMkLst>
        </pc:spChg>
        <pc:picChg chg="add mod">
          <ac:chgData name="順哉 徳重" userId="61863bed2814b00a" providerId="LiveId" clId="{541B089F-D7AD-4810-B9E7-846BBC3DE68D}" dt="2025-04-18T22:42:21.396" v="2610" actId="1076"/>
          <ac:picMkLst>
            <pc:docMk/>
            <pc:sldMk cId="597378199" sldId="322"/>
            <ac:picMk id="10" creationId="{C70F9AD8-9FBD-57F6-62C2-80A3C6FC8BFA}"/>
          </ac:picMkLst>
        </pc:picChg>
        <pc:picChg chg="add mod">
          <ac:chgData name="順哉 徳重" userId="61863bed2814b00a" providerId="LiveId" clId="{541B089F-D7AD-4810-B9E7-846BBC3DE68D}" dt="2025-04-18T22:43:01.499" v="2615" actId="14100"/>
          <ac:picMkLst>
            <pc:docMk/>
            <pc:sldMk cId="597378199" sldId="322"/>
            <ac:picMk id="12" creationId="{E87D224B-ADA8-7B5D-B166-50B7B456F58F}"/>
          </ac:picMkLst>
        </pc:picChg>
      </pc:sldChg>
      <pc:sldChg chg="del">
        <pc:chgData name="順哉 徳重" userId="61863bed2814b00a" providerId="LiveId" clId="{541B089F-D7AD-4810-B9E7-846BBC3DE68D}" dt="2025-04-15T13:32:11.751" v="556" actId="47"/>
        <pc:sldMkLst>
          <pc:docMk/>
          <pc:sldMk cId="1216323652" sldId="322"/>
        </pc:sldMkLst>
      </pc:sldChg>
      <pc:sldChg chg="del">
        <pc:chgData name="順哉 徳重" userId="61863bed2814b00a" providerId="LiveId" clId="{541B089F-D7AD-4810-B9E7-846BBC3DE68D}" dt="2025-04-15T13:32:13.013" v="557" actId="47"/>
        <pc:sldMkLst>
          <pc:docMk/>
          <pc:sldMk cId="907298715" sldId="323"/>
        </pc:sldMkLst>
      </pc:sldChg>
      <pc:sldChg chg="addSp delSp modSp add mod">
        <pc:chgData name="順哉 徳重" userId="61863bed2814b00a" providerId="LiveId" clId="{541B089F-D7AD-4810-B9E7-846BBC3DE68D}" dt="2025-04-16T13:26:48.714" v="1831" actId="14100"/>
        <pc:sldMkLst>
          <pc:docMk/>
          <pc:sldMk cId="1034406128" sldId="323"/>
        </pc:sldMkLst>
        <pc:spChg chg="add mod">
          <ac:chgData name="順哉 徳重" userId="61863bed2814b00a" providerId="LiveId" clId="{541B089F-D7AD-4810-B9E7-846BBC3DE68D}" dt="2025-04-15T13:48:07.660" v="906" actId="313"/>
          <ac:spMkLst>
            <pc:docMk/>
            <pc:sldMk cId="1034406128" sldId="323"/>
            <ac:spMk id="3" creationId="{A6C3BEBE-5496-13F3-2AEE-7B6E553762AA}"/>
          </ac:spMkLst>
        </pc:spChg>
        <pc:spChg chg="add mod">
          <ac:chgData name="順哉 徳重" userId="61863bed2814b00a" providerId="LiveId" clId="{541B089F-D7AD-4810-B9E7-846BBC3DE68D}" dt="2025-04-15T13:48:31.170" v="907" actId="1076"/>
          <ac:spMkLst>
            <pc:docMk/>
            <pc:sldMk cId="1034406128" sldId="323"/>
            <ac:spMk id="5" creationId="{D11FDB46-B450-C1FE-133B-5F983E89DB63}"/>
          </ac:spMkLst>
        </pc:spChg>
        <pc:spChg chg="add mod">
          <ac:chgData name="順哉 徳重" userId="61863bed2814b00a" providerId="LiveId" clId="{541B089F-D7AD-4810-B9E7-846BBC3DE68D}" dt="2025-04-16T13:26:48.714" v="1831" actId="14100"/>
          <ac:spMkLst>
            <pc:docMk/>
            <pc:sldMk cId="1034406128" sldId="323"/>
            <ac:spMk id="6" creationId="{E0746EB4-96BD-B7F6-CEF4-D13AFFE03326}"/>
          </ac:spMkLst>
        </pc:spChg>
      </pc:sldChg>
      <pc:sldChg chg="addSp delSp modSp add mod">
        <pc:chgData name="順哉 徳重" userId="61863bed2814b00a" providerId="LiveId" clId="{541B089F-D7AD-4810-B9E7-846BBC3DE68D}" dt="2025-04-18T22:44:24.470" v="2638" actId="1076"/>
        <pc:sldMkLst>
          <pc:docMk/>
          <pc:sldMk cId="662203341" sldId="324"/>
        </pc:sldMkLst>
        <pc:spChg chg="add mod">
          <ac:chgData name="順哉 徳重" userId="61863bed2814b00a" providerId="LiveId" clId="{541B089F-D7AD-4810-B9E7-846BBC3DE68D}" dt="2025-04-15T14:14:34.150" v="1227" actId="20577"/>
          <ac:spMkLst>
            <pc:docMk/>
            <pc:sldMk cId="662203341" sldId="324"/>
            <ac:spMk id="10" creationId="{C3D22168-B298-F9EE-D23D-AAF3133229CB}"/>
          </ac:spMkLst>
        </pc:spChg>
        <pc:picChg chg="add mod">
          <ac:chgData name="順哉 徳重" userId="61863bed2814b00a" providerId="LiveId" clId="{541B089F-D7AD-4810-B9E7-846BBC3DE68D}" dt="2025-04-18T22:44:24.470" v="2638" actId="1076"/>
          <ac:picMkLst>
            <pc:docMk/>
            <pc:sldMk cId="662203341" sldId="324"/>
            <ac:picMk id="3" creationId="{8DBB1D84-EDB5-F032-E45E-F4C7EFF10F5F}"/>
          </ac:picMkLst>
        </pc:picChg>
      </pc:sldChg>
      <pc:sldChg chg="del">
        <pc:chgData name="順哉 徳重" userId="61863bed2814b00a" providerId="LiveId" clId="{541B089F-D7AD-4810-B9E7-846BBC3DE68D}" dt="2025-04-15T13:32:13.556" v="558" actId="47"/>
        <pc:sldMkLst>
          <pc:docMk/>
          <pc:sldMk cId="4168514780" sldId="324"/>
        </pc:sldMkLst>
      </pc:sldChg>
      <pc:sldChg chg="del">
        <pc:chgData name="順哉 徳重" userId="61863bed2814b00a" providerId="LiveId" clId="{541B089F-D7AD-4810-B9E7-846BBC3DE68D}" dt="2025-04-15T13:32:13.971" v="559" actId="47"/>
        <pc:sldMkLst>
          <pc:docMk/>
          <pc:sldMk cId="961056118" sldId="325"/>
        </pc:sldMkLst>
      </pc:sldChg>
      <pc:sldChg chg="addSp delSp modSp add mod">
        <pc:chgData name="順哉 徳重" userId="61863bed2814b00a" providerId="LiveId" clId="{541B089F-D7AD-4810-B9E7-846BBC3DE68D}" dt="2025-04-18T22:45:09.646" v="2642" actId="1076"/>
        <pc:sldMkLst>
          <pc:docMk/>
          <pc:sldMk cId="2890509498" sldId="325"/>
        </pc:sldMkLst>
        <pc:picChg chg="add mod">
          <ac:chgData name="順哉 徳重" userId="61863bed2814b00a" providerId="LiveId" clId="{541B089F-D7AD-4810-B9E7-846BBC3DE68D}" dt="2025-04-18T22:45:09.646" v="2642" actId="1076"/>
          <ac:picMkLst>
            <pc:docMk/>
            <pc:sldMk cId="2890509498" sldId="325"/>
            <ac:picMk id="3" creationId="{F95B9B40-0EA1-2C64-F1E3-BB90487408F5}"/>
          </ac:picMkLst>
        </pc:picChg>
      </pc:sldChg>
      <pc:sldChg chg="del">
        <pc:chgData name="順哉 徳重" userId="61863bed2814b00a" providerId="LiveId" clId="{541B089F-D7AD-4810-B9E7-846BBC3DE68D}" dt="2025-04-15T13:32:14.433" v="560" actId="47"/>
        <pc:sldMkLst>
          <pc:docMk/>
          <pc:sldMk cId="2909932432" sldId="326"/>
        </pc:sldMkLst>
      </pc:sldChg>
      <pc:sldChg chg="add del">
        <pc:chgData name="順哉 徳重" userId="61863bed2814b00a" providerId="LiveId" clId="{541B089F-D7AD-4810-B9E7-846BBC3DE68D}" dt="2025-04-15T14:32:47.106" v="1228" actId="2696"/>
        <pc:sldMkLst>
          <pc:docMk/>
          <pc:sldMk cId="3394484107" sldId="326"/>
        </pc:sldMkLst>
      </pc:sldChg>
      <pc:sldChg chg="addSp delSp modSp add mod">
        <pc:chgData name="順哉 徳重" userId="61863bed2814b00a" providerId="LiveId" clId="{541B089F-D7AD-4810-B9E7-846BBC3DE68D}" dt="2025-04-15T15:29:45.359" v="1566" actId="14100"/>
        <pc:sldMkLst>
          <pc:docMk/>
          <pc:sldMk cId="3436289448" sldId="327"/>
        </pc:sldMkLst>
        <pc:spChg chg="add mod">
          <ac:chgData name="順哉 徳重" userId="61863bed2814b00a" providerId="LiveId" clId="{541B089F-D7AD-4810-B9E7-846BBC3DE68D}" dt="2025-04-15T15:25:43.343" v="1288" actId="313"/>
          <ac:spMkLst>
            <pc:docMk/>
            <pc:sldMk cId="3436289448" sldId="327"/>
            <ac:spMk id="3" creationId="{80DAA6B4-2A6D-A92F-58CC-588E24B06AED}"/>
          </ac:spMkLst>
        </pc:spChg>
        <pc:spChg chg="add mod">
          <ac:chgData name="順哉 徳重" userId="61863bed2814b00a" providerId="LiveId" clId="{541B089F-D7AD-4810-B9E7-846BBC3DE68D}" dt="2025-04-15T15:29:45.359" v="1566" actId="14100"/>
          <ac:spMkLst>
            <pc:docMk/>
            <pc:sldMk cId="3436289448" sldId="327"/>
            <ac:spMk id="6" creationId="{17271F06-6ED5-6D21-D09F-CA4C801F83FE}"/>
          </ac:spMkLst>
        </pc:spChg>
      </pc:sldChg>
      <pc:sldChg chg="del">
        <pc:chgData name="順哉 徳重" userId="61863bed2814b00a" providerId="LiveId" clId="{541B089F-D7AD-4810-B9E7-846BBC3DE68D}" dt="2025-04-15T13:32:14.963" v="561" actId="47"/>
        <pc:sldMkLst>
          <pc:docMk/>
          <pc:sldMk cId="3633470953" sldId="327"/>
        </pc:sldMkLst>
      </pc:sldChg>
      <pc:sldChg chg="del">
        <pc:chgData name="順哉 徳重" userId="61863bed2814b00a" providerId="LiveId" clId="{541B089F-D7AD-4810-B9E7-846BBC3DE68D}" dt="2025-04-15T13:32:15.821" v="562" actId="47"/>
        <pc:sldMkLst>
          <pc:docMk/>
          <pc:sldMk cId="328345514" sldId="328"/>
        </pc:sldMkLst>
      </pc:sldChg>
      <pc:sldChg chg="addSp delSp modSp add del mod">
        <pc:chgData name="順哉 徳重" userId="61863bed2814b00a" providerId="LiveId" clId="{541B089F-D7AD-4810-B9E7-846BBC3DE68D}" dt="2025-04-18T22:54:42.683" v="2662" actId="1076"/>
        <pc:sldMkLst>
          <pc:docMk/>
          <pc:sldMk cId="2001222144" sldId="328"/>
        </pc:sldMkLst>
        <pc:picChg chg="add mod">
          <ac:chgData name="順哉 徳重" userId="61863bed2814b00a" providerId="LiveId" clId="{541B089F-D7AD-4810-B9E7-846BBC3DE68D}" dt="2025-04-18T22:54:42.683" v="2662" actId="1076"/>
          <ac:picMkLst>
            <pc:docMk/>
            <pc:sldMk cId="2001222144" sldId="328"/>
            <ac:picMk id="4" creationId="{48F77A07-2289-C4BF-5C63-ED1C41AA4F9D}"/>
          </ac:picMkLst>
        </pc:picChg>
      </pc:sldChg>
      <pc:sldChg chg="addSp delSp modSp add mod">
        <pc:chgData name="順哉 徳重" userId="61863bed2814b00a" providerId="LiveId" clId="{541B089F-D7AD-4810-B9E7-846BBC3DE68D}" dt="2025-04-18T22:46:37.987" v="2652" actId="1076"/>
        <pc:sldMkLst>
          <pc:docMk/>
          <pc:sldMk cId="970527982" sldId="329"/>
        </pc:sldMkLst>
        <pc:spChg chg="mod">
          <ac:chgData name="順哉 徳重" userId="61863bed2814b00a" providerId="LiveId" clId="{541B089F-D7AD-4810-B9E7-846BBC3DE68D}" dt="2025-04-18T22:43:29.542" v="2634" actId="20577"/>
          <ac:spMkLst>
            <pc:docMk/>
            <pc:sldMk cId="970527982" sldId="329"/>
            <ac:spMk id="3" creationId="{3ADA24FD-E780-38F1-F0B7-64204CC39007}"/>
          </ac:spMkLst>
        </pc:spChg>
        <pc:spChg chg="mod">
          <ac:chgData name="順哉 徳重" userId="61863bed2814b00a" providerId="LiveId" clId="{541B089F-D7AD-4810-B9E7-846BBC3DE68D}" dt="2025-04-15T13:54:46.735" v="941" actId="20577"/>
          <ac:spMkLst>
            <pc:docMk/>
            <pc:sldMk cId="970527982" sldId="329"/>
            <ac:spMk id="6" creationId="{E9F2B4B3-6371-D209-11CD-9E7BF1D60FDB}"/>
          </ac:spMkLst>
        </pc:spChg>
        <pc:spChg chg="mod">
          <ac:chgData name="順哉 徳重" userId="61863bed2814b00a" providerId="LiveId" clId="{541B089F-D7AD-4810-B9E7-846BBC3DE68D}" dt="2025-04-15T13:54:52.565" v="947" actId="20577"/>
          <ac:spMkLst>
            <pc:docMk/>
            <pc:sldMk cId="970527982" sldId="329"/>
            <ac:spMk id="9" creationId="{A4B9D59D-CD7B-3636-0BAB-222E9D7DEBB3}"/>
          </ac:spMkLst>
        </pc:spChg>
        <pc:picChg chg="add mod">
          <ac:chgData name="順哉 徳重" userId="61863bed2814b00a" providerId="LiveId" clId="{541B089F-D7AD-4810-B9E7-846BBC3DE68D}" dt="2025-04-18T22:46:10.474" v="2648" actId="1076"/>
          <ac:picMkLst>
            <pc:docMk/>
            <pc:sldMk cId="970527982" sldId="329"/>
            <ac:picMk id="5" creationId="{9CE56E81-99B6-B2D1-F1B5-95E30F898730}"/>
          </ac:picMkLst>
        </pc:picChg>
        <pc:picChg chg="add mod">
          <ac:chgData name="順哉 徳重" userId="61863bed2814b00a" providerId="LiveId" clId="{541B089F-D7AD-4810-B9E7-846BBC3DE68D}" dt="2025-04-18T22:46:37.987" v="2652" actId="1076"/>
          <ac:picMkLst>
            <pc:docMk/>
            <pc:sldMk cId="970527982" sldId="329"/>
            <ac:picMk id="10" creationId="{E9F2410B-728A-A812-D2C3-152C3C3D394E}"/>
          </ac:picMkLst>
        </pc:picChg>
      </pc:sldChg>
      <pc:sldChg chg="del">
        <pc:chgData name="順哉 徳重" userId="61863bed2814b00a" providerId="LiveId" clId="{541B089F-D7AD-4810-B9E7-846BBC3DE68D}" dt="2025-04-15T13:32:16.475" v="563" actId="47"/>
        <pc:sldMkLst>
          <pc:docMk/>
          <pc:sldMk cId="2509610040" sldId="329"/>
        </pc:sldMkLst>
      </pc:sldChg>
      <pc:sldChg chg="addSp delSp modSp add mod">
        <pc:chgData name="順哉 徳重" userId="61863bed2814b00a" providerId="LiveId" clId="{541B089F-D7AD-4810-B9E7-846BBC3DE68D}" dt="2025-04-18T22:53:45.078" v="2656" actId="1076"/>
        <pc:sldMkLst>
          <pc:docMk/>
          <pc:sldMk cId="2063089324" sldId="330"/>
        </pc:sldMkLst>
        <pc:spChg chg="mod">
          <ac:chgData name="順哉 徳重" userId="61863bed2814b00a" providerId="LiveId" clId="{541B089F-D7AD-4810-B9E7-846BBC3DE68D}" dt="2025-04-15T14:04:37.532" v="1003" actId="20577"/>
          <ac:spMkLst>
            <pc:docMk/>
            <pc:sldMk cId="2063089324" sldId="330"/>
            <ac:spMk id="2" creationId="{1322A470-3CF5-9590-E48E-709CCFA97274}"/>
          </ac:spMkLst>
        </pc:spChg>
        <pc:spChg chg="mod">
          <ac:chgData name="順哉 徳重" userId="61863bed2814b00a" providerId="LiveId" clId="{541B089F-D7AD-4810-B9E7-846BBC3DE68D}" dt="2025-04-15T15:35:46.594" v="1581" actId="20577"/>
          <ac:spMkLst>
            <pc:docMk/>
            <pc:sldMk cId="2063089324" sldId="330"/>
            <ac:spMk id="3" creationId="{82AA7A9C-F20F-9746-4F31-F4654AEE763F}"/>
          </ac:spMkLst>
        </pc:spChg>
        <pc:spChg chg="mod">
          <ac:chgData name="順哉 徳重" userId="61863bed2814b00a" providerId="LiveId" clId="{541B089F-D7AD-4810-B9E7-846BBC3DE68D}" dt="2025-04-15T15:25:10.962" v="1283" actId="1076"/>
          <ac:spMkLst>
            <pc:docMk/>
            <pc:sldMk cId="2063089324" sldId="330"/>
            <ac:spMk id="9" creationId="{8C8394DE-DA9B-0E87-DDD6-2E017310F360}"/>
          </ac:spMkLst>
        </pc:spChg>
        <pc:picChg chg="add mod">
          <ac:chgData name="順哉 徳重" userId="61863bed2814b00a" providerId="LiveId" clId="{541B089F-D7AD-4810-B9E7-846BBC3DE68D}" dt="2025-04-18T22:53:45.078" v="2656" actId="1076"/>
          <ac:picMkLst>
            <pc:docMk/>
            <pc:sldMk cId="2063089324" sldId="330"/>
            <ac:picMk id="5" creationId="{CC7B8A11-FFF2-C507-0EF2-AF74226839A9}"/>
          </ac:picMkLst>
        </pc:picChg>
      </pc:sldChg>
      <pc:sldChg chg="addSp delSp modSp add mod">
        <pc:chgData name="順哉 徳重" userId="61863bed2814b00a" providerId="LiveId" clId="{541B089F-D7AD-4810-B9E7-846BBC3DE68D}" dt="2025-04-18T22:55:14.428" v="2666" actId="1076"/>
        <pc:sldMkLst>
          <pc:docMk/>
          <pc:sldMk cId="59816486" sldId="331"/>
        </pc:sldMkLst>
        <pc:picChg chg="add mod">
          <ac:chgData name="順哉 徳重" userId="61863bed2814b00a" providerId="LiveId" clId="{541B089F-D7AD-4810-B9E7-846BBC3DE68D}" dt="2025-04-18T22:55:14.428" v="2666" actId="1076"/>
          <ac:picMkLst>
            <pc:docMk/>
            <pc:sldMk cId="59816486" sldId="331"/>
            <ac:picMk id="3" creationId="{61B822D5-8286-3847-274B-C337F036C593}"/>
          </ac:picMkLst>
        </pc:picChg>
      </pc:sldChg>
      <pc:sldChg chg="addSp delSp modSp add mod">
        <pc:chgData name="順哉 徳重" userId="61863bed2814b00a" providerId="LiveId" clId="{541B089F-D7AD-4810-B9E7-846BBC3DE68D}" dt="2025-04-18T22:57:00.001" v="2676" actId="1076"/>
        <pc:sldMkLst>
          <pc:docMk/>
          <pc:sldMk cId="1794338344" sldId="332"/>
        </pc:sldMkLst>
        <pc:spChg chg="mod">
          <ac:chgData name="順哉 徳重" userId="61863bed2814b00a" providerId="LiveId" clId="{541B089F-D7AD-4810-B9E7-846BBC3DE68D}" dt="2025-04-16T13:08:00.208" v="1611" actId="20577"/>
          <ac:spMkLst>
            <pc:docMk/>
            <pc:sldMk cId="1794338344" sldId="332"/>
            <ac:spMk id="2" creationId="{9A721A50-424C-66A0-246F-2DB43E75F248}"/>
          </ac:spMkLst>
        </pc:spChg>
        <pc:spChg chg="mod">
          <ac:chgData name="順哉 徳重" userId="61863bed2814b00a" providerId="LiveId" clId="{541B089F-D7AD-4810-B9E7-846BBC3DE68D}" dt="2025-04-18T22:55:45.438" v="2673" actId="20577"/>
          <ac:spMkLst>
            <pc:docMk/>
            <pc:sldMk cId="1794338344" sldId="332"/>
            <ac:spMk id="3" creationId="{AB7B5863-D112-3D3A-283C-78547E91229D}"/>
          </ac:spMkLst>
        </pc:spChg>
        <pc:spChg chg="mod">
          <ac:chgData name="順哉 徳重" userId="61863bed2814b00a" providerId="LiveId" clId="{541B089F-D7AD-4810-B9E7-846BBC3DE68D}" dt="2025-04-16T13:11:29.386" v="1664" actId="14100"/>
          <ac:spMkLst>
            <pc:docMk/>
            <pc:sldMk cId="1794338344" sldId="332"/>
            <ac:spMk id="9" creationId="{EEBE93FE-8BD5-1A4A-5654-C1057BFB8CFC}"/>
          </ac:spMkLst>
        </pc:spChg>
        <pc:picChg chg="add mod">
          <ac:chgData name="順哉 徳重" userId="61863bed2814b00a" providerId="LiveId" clId="{541B089F-D7AD-4810-B9E7-846BBC3DE68D}" dt="2025-04-18T22:57:00.001" v="2676" actId="1076"/>
          <ac:picMkLst>
            <pc:docMk/>
            <pc:sldMk cId="1794338344" sldId="332"/>
            <ac:picMk id="6" creationId="{085544D2-3A52-9B30-EB9F-CA30BF321771}"/>
          </ac:picMkLst>
        </pc:picChg>
      </pc:sldChg>
      <pc:sldChg chg="addSp delSp modSp new mod">
        <pc:chgData name="順哉 徳重" userId="61863bed2814b00a" providerId="LiveId" clId="{541B089F-D7AD-4810-B9E7-846BBC3DE68D}" dt="2025-04-18T22:59:15.397" v="2712" actId="255"/>
        <pc:sldMkLst>
          <pc:docMk/>
          <pc:sldMk cId="4141735208" sldId="333"/>
        </pc:sldMkLst>
        <pc:spChg chg="add mod">
          <ac:chgData name="順哉 徳重" userId="61863bed2814b00a" providerId="LiveId" clId="{541B089F-D7AD-4810-B9E7-846BBC3DE68D}" dt="2025-04-18T22:57:51.826" v="2690" actId="20577"/>
          <ac:spMkLst>
            <pc:docMk/>
            <pc:sldMk cId="4141735208" sldId="333"/>
            <ac:spMk id="6" creationId="{F45C29E8-747A-D62F-D3A3-0CA4C93E2555}"/>
          </ac:spMkLst>
        </pc:spChg>
        <pc:spChg chg="add mod">
          <ac:chgData name="順哉 徳重" userId="61863bed2814b00a" providerId="LiveId" clId="{541B089F-D7AD-4810-B9E7-846BBC3DE68D}" dt="2025-04-18T22:59:15.397" v="2712" actId="255"/>
          <ac:spMkLst>
            <pc:docMk/>
            <pc:sldMk cId="4141735208" sldId="333"/>
            <ac:spMk id="7" creationId="{6D986296-2508-9A9C-3C50-68AA58876CD4}"/>
          </ac:spMkLst>
        </pc:spChg>
        <pc:picChg chg="add mod">
          <ac:chgData name="順哉 徳重" userId="61863bed2814b00a" providerId="LiveId" clId="{541B089F-D7AD-4810-B9E7-846BBC3DE68D}" dt="2025-04-18T22:57:38.890" v="2683" actId="1076"/>
          <ac:picMkLst>
            <pc:docMk/>
            <pc:sldMk cId="4141735208" sldId="333"/>
            <ac:picMk id="4" creationId="{6AA87683-D0D7-7660-FE48-8D3A8061473C}"/>
          </ac:picMkLst>
        </pc:picChg>
        <pc:picChg chg="add mod">
          <ac:chgData name="順哉 徳重" userId="61863bed2814b00a" providerId="LiveId" clId="{541B089F-D7AD-4810-B9E7-846BBC3DE68D}" dt="2025-04-18T22:58:34.206" v="2694" actId="14100"/>
          <ac:picMkLst>
            <pc:docMk/>
            <pc:sldMk cId="4141735208" sldId="333"/>
            <ac:picMk id="9" creationId="{C52FAEFE-F050-EDE2-CA8C-AA545C6E88D2}"/>
          </ac:picMkLst>
        </pc:picChg>
      </pc:sldChg>
      <pc:sldChg chg="addSp modSp new mod">
        <pc:chgData name="順哉 徳重" userId="61863bed2814b00a" providerId="LiveId" clId="{541B089F-D7AD-4810-B9E7-846BBC3DE68D}" dt="2025-04-16T13:21:22.836" v="1823" actId="1076"/>
        <pc:sldMkLst>
          <pc:docMk/>
          <pc:sldMk cId="4092090784" sldId="334"/>
        </pc:sldMkLst>
        <pc:spChg chg="add mod">
          <ac:chgData name="順哉 徳重" userId="61863bed2814b00a" providerId="LiveId" clId="{541B089F-D7AD-4810-B9E7-846BBC3DE68D}" dt="2025-04-16T13:16:37.329" v="1717" actId="1076"/>
          <ac:spMkLst>
            <pc:docMk/>
            <pc:sldMk cId="4092090784" sldId="334"/>
            <ac:spMk id="3" creationId="{B55C0EC7-0B73-F542-7B39-8144ABC1B9DD}"/>
          </ac:spMkLst>
        </pc:spChg>
        <pc:spChg chg="add mod">
          <ac:chgData name="順哉 徳重" userId="61863bed2814b00a" providerId="LiveId" clId="{541B089F-D7AD-4810-B9E7-846BBC3DE68D}" dt="2025-04-16T13:21:22.836" v="1823" actId="1076"/>
          <ac:spMkLst>
            <pc:docMk/>
            <pc:sldMk cId="4092090784" sldId="334"/>
            <ac:spMk id="4" creationId="{6D1FEA8A-98AC-65FB-D7EC-3F5A6B90378F}"/>
          </ac:spMkLst>
        </pc:spChg>
      </pc:sldChg>
      <pc:sldChg chg="addSp delSp modSp add mod">
        <pc:chgData name="順哉 徳重" userId="61863bed2814b00a" providerId="LiveId" clId="{541B089F-D7AD-4810-B9E7-846BBC3DE68D}" dt="2025-04-18T23:00:10.507" v="2717" actId="1076"/>
        <pc:sldMkLst>
          <pc:docMk/>
          <pc:sldMk cId="1144835301" sldId="335"/>
        </pc:sldMkLst>
        <pc:picChg chg="add mod">
          <ac:chgData name="順哉 徳重" userId="61863bed2814b00a" providerId="LiveId" clId="{541B089F-D7AD-4810-B9E7-846BBC3DE68D}" dt="2025-04-18T23:00:10.507" v="2717" actId="1076"/>
          <ac:picMkLst>
            <pc:docMk/>
            <pc:sldMk cId="1144835301" sldId="335"/>
            <ac:picMk id="4" creationId="{F8F1F4C0-5EEE-45F7-C757-1E14B4E92439}"/>
          </ac:picMkLst>
        </pc:picChg>
      </pc:sldChg>
      <pc:sldChg chg="addSp delSp modSp add mod">
        <pc:chgData name="順哉 徳重" userId="61863bed2814b00a" providerId="LiveId" clId="{541B089F-D7AD-4810-B9E7-846BBC3DE68D}" dt="2025-04-18T23:00:56.166" v="2721" actId="1076"/>
        <pc:sldMkLst>
          <pc:docMk/>
          <pc:sldMk cId="3955825606" sldId="336"/>
        </pc:sldMkLst>
        <pc:picChg chg="add mod">
          <ac:chgData name="順哉 徳重" userId="61863bed2814b00a" providerId="LiveId" clId="{541B089F-D7AD-4810-B9E7-846BBC3DE68D}" dt="2025-04-18T23:00:56.166" v="2721" actId="1076"/>
          <ac:picMkLst>
            <pc:docMk/>
            <pc:sldMk cId="3955825606" sldId="336"/>
            <ac:picMk id="4" creationId="{A85F25A0-E952-106A-1934-CDB8635B4C9A}"/>
          </ac:picMkLst>
        </pc:picChg>
      </pc:sldChg>
      <pc:sldChg chg="add del">
        <pc:chgData name="順哉 徳重" userId="61863bed2814b00a" providerId="LiveId" clId="{541B089F-D7AD-4810-B9E7-846BBC3DE68D}" dt="2025-04-16T13:57:01.630" v="1836" actId="2696"/>
        <pc:sldMkLst>
          <pc:docMk/>
          <pc:sldMk cId="1303078387" sldId="337"/>
        </pc:sldMkLst>
      </pc:sldChg>
      <pc:sldChg chg="addSp delSp modSp add del mod">
        <pc:chgData name="順哉 徳重" userId="61863bed2814b00a" providerId="LiveId" clId="{541B089F-D7AD-4810-B9E7-846BBC3DE68D}" dt="2025-04-21T13:59:44.172" v="2993" actId="47"/>
        <pc:sldMkLst>
          <pc:docMk/>
          <pc:sldMk cId="677026894" sldId="338"/>
        </pc:sldMkLst>
      </pc:sldChg>
      <pc:sldChg chg="addSp delSp modSp add del mod">
        <pc:chgData name="順哉 徳重" userId="61863bed2814b00a" providerId="LiveId" clId="{541B089F-D7AD-4810-B9E7-846BBC3DE68D}" dt="2025-04-21T13:59:44.925" v="2994" actId="47"/>
        <pc:sldMkLst>
          <pc:docMk/>
          <pc:sldMk cId="4262869359" sldId="339"/>
        </pc:sldMkLst>
      </pc:sldChg>
      <pc:sldChg chg="addSp modSp add del mod">
        <pc:chgData name="順哉 徳重" userId="61863bed2814b00a" providerId="LiveId" clId="{541B089F-D7AD-4810-B9E7-846BBC3DE68D}" dt="2025-04-21T13:59:45.231" v="2995" actId="47"/>
        <pc:sldMkLst>
          <pc:docMk/>
          <pc:sldMk cId="967266325" sldId="340"/>
        </pc:sldMkLst>
      </pc:sldChg>
      <pc:sldChg chg="addSp modSp add del mod">
        <pc:chgData name="順哉 徳重" userId="61863bed2814b00a" providerId="LiveId" clId="{541B089F-D7AD-4810-B9E7-846BBC3DE68D}" dt="2025-04-21T13:59:45.433" v="2996" actId="47"/>
        <pc:sldMkLst>
          <pc:docMk/>
          <pc:sldMk cId="1491084763" sldId="341"/>
        </pc:sldMkLst>
      </pc:sldChg>
      <pc:sldChg chg="addSp modSp add del mod">
        <pc:chgData name="順哉 徳重" userId="61863bed2814b00a" providerId="LiveId" clId="{541B089F-D7AD-4810-B9E7-846BBC3DE68D}" dt="2025-04-21T13:59:42.346" v="2992" actId="47"/>
        <pc:sldMkLst>
          <pc:docMk/>
          <pc:sldMk cId="940613826" sldId="342"/>
        </pc:sldMkLst>
      </pc:sldChg>
      <pc:sldChg chg="addSp modSp add del mod">
        <pc:chgData name="順哉 徳重" userId="61863bed2814b00a" providerId="LiveId" clId="{541B089F-D7AD-4810-B9E7-846BBC3DE68D}" dt="2025-04-21T13:59:45.655" v="2997" actId="47"/>
        <pc:sldMkLst>
          <pc:docMk/>
          <pc:sldMk cId="1966515964" sldId="343"/>
        </pc:sldMkLst>
      </pc:sldChg>
      <pc:sldChg chg="addSp delSp modSp add del mod">
        <pc:chgData name="順哉 徳重" userId="61863bed2814b00a" providerId="LiveId" clId="{541B089F-D7AD-4810-B9E7-846BBC3DE68D}" dt="2025-04-21T13:59:45.855" v="2998" actId="47"/>
        <pc:sldMkLst>
          <pc:docMk/>
          <pc:sldMk cId="346868544" sldId="344"/>
        </pc:sldMkLst>
      </pc:sldChg>
      <pc:sldChg chg="addSp modSp add del mod">
        <pc:chgData name="順哉 徳重" userId="61863bed2814b00a" providerId="LiveId" clId="{541B089F-D7AD-4810-B9E7-846BBC3DE68D}" dt="2025-04-21T13:59:46.078" v="2999" actId="47"/>
        <pc:sldMkLst>
          <pc:docMk/>
          <pc:sldMk cId="1559013881" sldId="345"/>
        </pc:sldMkLst>
      </pc:sldChg>
      <pc:sldChg chg="addSp modSp add del mod">
        <pc:chgData name="順哉 徳重" userId="61863bed2814b00a" providerId="LiveId" clId="{541B089F-D7AD-4810-B9E7-846BBC3DE68D}" dt="2025-04-21T13:59:46.668" v="3001" actId="47"/>
        <pc:sldMkLst>
          <pc:docMk/>
          <pc:sldMk cId="3165707774" sldId="346"/>
        </pc:sldMkLst>
      </pc:sldChg>
      <pc:sldChg chg="addSp modSp add del mod">
        <pc:chgData name="順哉 徳重" userId="61863bed2814b00a" providerId="LiveId" clId="{541B089F-D7AD-4810-B9E7-846BBC3DE68D}" dt="2025-04-21T13:59:47.163" v="3002" actId="47"/>
        <pc:sldMkLst>
          <pc:docMk/>
          <pc:sldMk cId="1081399285" sldId="347"/>
        </pc:sldMkLst>
      </pc:sldChg>
      <pc:sldChg chg="addSp delSp modSp add del mod">
        <pc:chgData name="順哉 徳重" userId="61863bed2814b00a" providerId="LiveId" clId="{541B089F-D7AD-4810-B9E7-846BBC3DE68D}" dt="2025-04-21T13:59:46.289" v="3000" actId="47"/>
        <pc:sldMkLst>
          <pc:docMk/>
          <pc:sldMk cId="2691303104" sldId="348"/>
        </pc:sldMkLst>
      </pc:sldChg>
      <pc:sldChg chg="addSp modSp new mod">
        <pc:chgData name="順哉 徳重" userId="61863bed2814b00a" providerId="LiveId" clId="{541B089F-D7AD-4810-B9E7-846BBC3DE68D}" dt="2025-04-21T13:35:38.990" v="2791" actId="20577"/>
        <pc:sldMkLst>
          <pc:docMk/>
          <pc:sldMk cId="595843728" sldId="349"/>
        </pc:sldMkLst>
        <pc:spChg chg="add mod">
          <ac:chgData name="順哉 徳重" userId="61863bed2814b00a" providerId="LiveId" clId="{541B089F-D7AD-4810-B9E7-846BBC3DE68D}" dt="2025-04-21T13:35:38.990" v="2791" actId="20577"/>
          <ac:spMkLst>
            <pc:docMk/>
            <pc:sldMk cId="595843728" sldId="349"/>
            <ac:spMk id="2" creationId="{823009D1-A597-F9AB-C219-5C89D73D780C}"/>
          </ac:spMkLst>
        </pc:spChg>
      </pc:sldChg>
      <pc:sldChg chg="modSp add mod">
        <pc:chgData name="順哉 徳重" userId="61863bed2814b00a" providerId="LiveId" clId="{541B089F-D7AD-4810-B9E7-846BBC3DE68D}" dt="2025-04-21T13:37:38.470" v="2809" actId="20577"/>
        <pc:sldMkLst>
          <pc:docMk/>
          <pc:sldMk cId="2871977943" sldId="350"/>
        </pc:sldMkLst>
        <pc:spChg chg="mod">
          <ac:chgData name="順哉 徳重" userId="61863bed2814b00a" providerId="LiveId" clId="{541B089F-D7AD-4810-B9E7-846BBC3DE68D}" dt="2025-04-21T13:37:38.470" v="2809" actId="20577"/>
          <ac:spMkLst>
            <pc:docMk/>
            <pc:sldMk cId="2871977943" sldId="350"/>
            <ac:spMk id="2" creationId="{8CCF47BC-6FD5-CABF-6E7D-18A83B878638}"/>
          </ac:spMkLst>
        </pc:spChg>
      </pc:sldChg>
      <pc:sldChg chg="addSp delSp modSp new mod">
        <pc:chgData name="順哉 徳重" userId="61863bed2814b00a" providerId="LiveId" clId="{541B089F-D7AD-4810-B9E7-846BBC3DE68D}" dt="2025-04-22T15:06:57.449" v="3267" actId="1076"/>
        <pc:sldMkLst>
          <pc:docMk/>
          <pc:sldMk cId="1474913497" sldId="351"/>
        </pc:sldMkLst>
        <pc:spChg chg="add mod">
          <ac:chgData name="順哉 徳重" userId="61863bed2814b00a" providerId="LiveId" clId="{541B089F-D7AD-4810-B9E7-846BBC3DE68D}" dt="2025-04-22T15:01:11.477" v="3091" actId="1076"/>
          <ac:spMkLst>
            <pc:docMk/>
            <pc:sldMk cId="1474913497" sldId="351"/>
            <ac:spMk id="4" creationId="{0E456025-5AB6-5718-AE99-D63B466B37D2}"/>
          </ac:spMkLst>
        </pc:spChg>
        <pc:spChg chg="add del mod">
          <ac:chgData name="順哉 徳重" userId="61863bed2814b00a" providerId="LiveId" clId="{541B089F-D7AD-4810-B9E7-846BBC3DE68D}" dt="2025-04-22T15:03:03.128" v="3166" actId="21"/>
          <ac:spMkLst>
            <pc:docMk/>
            <pc:sldMk cId="1474913497" sldId="351"/>
            <ac:spMk id="23" creationId="{2CC41D12-FD24-344A-5929-1A966FBDBECD}"/>
          </ac:spMkLst>
        </pc:spChg>
        <pc:spChg chg="add mod">
          <ac:chgData name="順哉 徳重" userId="61863bed2814b00a" providerId="LiveId" clId="{541B089F-D7AD-4810-B9E7-846BBC3DE68D}" dt="2025-04-22T15:04:35.269" v="3197" actId="1076"/>
          <ac:spMkLst>
            <pc:docMk/>
            <pc:sldMk cId="1474913497" sldId="351"/>
            <ac:spMk id="24" creationId="{98AA18A7-F72E-DC61-BABD-7132B3F23D6C}"/>
          </ac:spMkLst>
        </pc:spChg>
        <pc:spChg chg="add mod">
          <ac:chgData name="順哉 徳重" userId="61863bed2814b00a" providerId="LiveId" clId="{541B089F-D7AD-4810-B9E7-846BBC3DE68D}" dt="2025-04-22T15:05:29.432" v="3222" actId="1076"/>
          <ac:spMkLst>
            <pc:docMk/>
            <pc:sldMk cId="1474913497" sldId="351"/>
            <ac:spMk id="35" creationId="{26C411D8-2A6F-E1D3-BCAD-835905418FA8}"/>
          </ac:spMkLst>
        </pc:spChg>
        <pc:spChg chg="add mod">
          <ac:chgData name="順哉 徳重" userId="61863bed2814b00a" providerId="LiveId" clId="{541B089F-D7AD-4810-B9E7-846BBC3DE68D}" dt="2025-04-22T15:06:46.259" v="3266" actId="14100"/>
          <ac:spMkLst>
            <pc:docMk/>
            <pc:sldMk cId="1474913497" sldId="351"/>
            <ac:spMk id="36" creationId="{C11503D6-8DF4-FA3A-08F2-32B43F1180FB}"/>
          </ac:spMkLst>
        </pc:spChg>
        <pc:spChg chg="add mod">
          <ac:chgData name="順哉 徳重" userId="61863bed2814b00a" providerId="LiveId" clId="{541B089F-D7AD-4810-B9E7-846BBC3DE68D}" dt="2025-04-22T15:06:36.970" v="3264" actId="1076"/>
          <ac:spMkLst>
            <pc:docMk/>
            <pc:sldMk cId="1474913497" sldId="351"/>
            <ac:spMk id="37" creationId="{674D6D9D-A509-0F7F-3F99-B551D32F711D}"/>
          </ac:spMkLst>
        </pc:spChg>
        <pc:picChg chg="add mod">
          <ac:chgData name="順哉 徳重" userId="61863bed2814b00a" providerId="LiveId" clId="{541B089F-D7AD-4810-B9E7-846BBC3DE68D}" dt="2025-04-22T14:58:21.897" v="3066" actId="1076"/>
          <ac:picMkLst>
            <pc:docMk/>
            <pc:sldMk cId="1474913497" sldId="351"/>
            <ac:picMk id="3" creationId="{ED299179-E0C8-AC50-0CDC-0C755B6EFC55}"/>
          </ac:picMkLst>
        </pc:picChg>
        <pc:picChg chg="add mod">
          <ac:chgData name="順哉 徳重" userId="61863bed2814b00a" providerId="LiveId" clId="{541B089F-D7AD-4810-B9E7-846BBC3DE68D}" dt="2025-04-22T14:58:25.235" v="3067" actId="1076"/>
          <ac:picMkLst>
            <pc:docMk/>
            <pc:sldMk cId="1474913497" sldId="351"/>
            <ac:picMk id="6" creationId="{59D71BEB-CC92-143E-C697-1AEF68D550E4}"/>
          </ac:picMkLst>
        </pc:picChg>
        <pc:picChg chg="add mod">
          <ac:chgData name="順哉 徳重" userId="61863bed2814b00a" providerId="LiveId" clId="{541B089F-D7AD-4810-B9E7-846BBC3DE68D}" dt="2025-04-22T14:58:28.456" v="3068" actId="1076"/>
          <ac:picMkLst>
            <pc:docMk/>
            <pc:sldMk cId="1474913497" sldId="351"/>
            <ac:picMk id="8" creationId="{23B73CBC-7EC2-A636-415A-138239CAEB88}"/>
          </ac:picMkLst>
        </pc:picChg>
        <pc:picChg chg="add mod">
          <ac:chgData name="順哉 徳重" userId="61863bed2814b00a" providerId="LiveId" clId="{541B089F-D7AD-4810-B9E7-846BBC3DE68D}" dt="2025-04-22T14:58:31.854" v="3069" actId="1076"/>
          <ac:picMkLst>
            <pc:docMk/>
            <pc:sldMk cId="1474913497" sldId="351"/>
            <ac:picMk id="10" creationId="{38966DBA-F634-2027-1E71-B8AE29450525}"/>
          </ac:picMkLst>
        </pc:picChg>
        <pc:picChg chg="add mod">
          <ac:chgData name="順哉 徳重" userId="61863bed2814b00a" providerId="LiveId" clId="{541B089F-D7AD-4810-B9E7-846BBC3DE68D}" dt="2025-04-22T15:06:57.449" v="3267" actId="1076"/>
          <ac:picMkLst>
            <pc:docMk/>
            <pc:sldMk cId="1474913497" sldId="351"/>
            <ac:picMk id="11" creationId="{0A15F703-0001-4A67-39BE-FC41354B842A}"/>
          </ac:picMkLst>
        </pc:picChg>
        <pc:picChg chg="add mod">
          <ac:chgData name="順哉 徳重" userId="61863bed2814b00a" providerId="LiveId" clId="{541B089F-D7AD-4810-B9E7-846BBC3DE68D}" dt="2025-04-22T15:04:01.185" v="3189" actId="1076"/>
          <ac:picMkLst>
            <pc:docMk/>
            <pc:sldMk cId="1474913497" sldId="351"/>
            <ac:picMk id="26" creationId="{EB2ECF8F-551B-0291-3E34-FC6348E54636}"/>
          </ac:picMkLst>
        </pc:picChg>
        <pc:cxnChg chg="add mod">
          <ac:chgData name="順哉 徳重" userId="61863bed2814b00a" providerId="LiveId" clId="{541B089F-D7AD-4810-B9E7-846BBC3DE68D}" dt="2025-04-22T14:59:05.675" v="3073" actId="14100"/>
          <ac:cxnSpMkLst>
            <pc:docMk/>
            <pc:sldMk cId="1474913497" sldId="351"/>
            <ac:cxnSpMk id="5" creationId="{FC5780BC-7B5C-4098-06CE-D42BA4BC0B95}"/>
          </ac:cxnSpMkLst>
        </pc:cxnChg>
        <pc:cxnChg chg="add mod">
          <ac:chgData name="順哉 徳重" userId="61863bed2814b00a" providerId="LiveId" clId="{541B089F-D7AD-4810-B9E7-846BBC3DE68D}" dt="2025-04-22T14:59:15.906" v="3075" actId="1076"/>
          <ac:cxnSpMkLst>
            <pc:docMk/>
            <pc:sldMk cId="1474913497" sldId="351"/>
            <ac:cxnSpMk id="9" creationId="{B82F69DD-19D5-5B22-2E1C-6F73F89CD183}"/>
          </ac:cxnSpMkLst>
        </pc:cxnChg>
        <pc:cxnChg chg="add mod">
          <ac:chgData name="順哉 徳重" userId="61863bed2814b00a" providerId="LiveId" clId="{541B089F-D7AD-4810-B9E7-846BBC3DE68D}" dt="2025-04-22T14:59:22.091" v="3077" actId="1076"/>
          <ac:cxnSpMkLst>
            <pc:docMk/>
            <pc:sldMk cId="1474913497" sldId="351"/>
            <ac:cxnSpMk id="12" creationId="{FDB5058D-5EF8-D3E6-4C03-E77649022F3F}"/>
          </ac:cxnSpMkLst>
        </pc:cxnChg>
        <pc:cxnChg chg="add mod">
          <ac:chgData name="順哉 徳重" userId="61863bed2814b00a" providerId="LiveId" clId="{541B089F-D7AD-4810-B9E7-846BBC3DE68D}" dt="2025-04-22T15:04:54.057" v="3201" actId="1076"/>
          <ac:cxnSpMkLst>
            <pc:docMk/>
            <pc:sldMk cId="1474913497" sldId="351"/>
            <ac:cxnSpMk id="13" creationId="{E8AB0394-97EB-D525-092D-BE10AC74D707}"/>
          </ac:cxnSpMkLst>
        </pc:cxnChg>
        <pc:cxnChg chg="add mod">
          <ac:chgData name="順哉 徳重" userId="61863bed2814b00a" providerId="LiveId" clId="{541B089F-D7AD-4810-B9E7-846BBC3DE68D}" dt="2025-04-22T15:04:11.585" v="3192" actId="14100"/>
          <ac:cxnSpMkLst>
            <pc:docMk/>
            <pc:sldMk cId="1474913497" sldId="351"/>
            <ac:cxnSpMk id="14" creationId="{5806408C-2BFD-424C-1DD4-915407259207}"/>
          </ac:cxnSpMkLst>
        </pc:cxnChg>
        <pc:cxnChg chg="add mod">
          <ac:chgData name="順哉 徳重" userId="61863bed2814b00a" providerId="LiveId" clId="{541B089F-D7AD-4810-B9E7-846BBC3DE68D}" dt="2025-04-22T15:01:26.469" v="3094" actId="14100"/>
          <ac:cxnSpMkLst>
            <pc:docMk/>
            <pc:sldMk cId="1474913497" sldId="351"/>
            <ac:cxnSpMk id="18" creationId="{29CA34B4-F7F8-7141-FCF0-7EEB68E1A796}"/>
          </ac:cxnSpMkLst>
        </pc:cxnChg>
        <pc:cxnChg chg="add mod">
          <ac:chgData name="順哉 徳重" userId="61863bed2814b00a" providerId="LiveId" clId="{541B089F-D7AD-4810-B9E7-846BBC3DE68D}" dt="2025-04-22T15:04:27.295" v="3196" actId="1076"/>
          <ac:cxnSpMkLst>
            <pc:docMk/>
            <pc:sldMk cId="1474913497" sldId="351"/>
            <ac:cxnSpMk id="30" creationId="{C6085192-9D61-6163-A161-6DE96F2F4679}"/>
          </ac:cxnSpMkLst>
        </pc:cxnChg>
        <pc:cxnChg chg="add mod">
          <ac:chgData name="順哉 徳重" userId="61863bed2814b00a" providerId="LiveId" clId="{541B089F-D7AD-4810-B9E7-846BBC3DE68D}" dt="2025-04-22T15:04:49.570" v="3200" actId="1076"/>
          <ac:cxnSpMkLst>
            <pc:docMk/>
            <pc:sldMk cId="1474913497" sldId="351"/>
            <ac:cxnSpMk id="33" creationId="{4CA3B2CB-744C-3B49-5B64-54B7D42A8B5C}"/>
          </ac:cxnSpMkLst>
        </pc:cxnChg>
      </pc:sldChg>
      <pc:sldChg chg="addSp modSp add mod">
        <pc:chgData name="順哉 徳重" userId="61863bed2814b00a" providerId="LiveId" clId="{541B089F-D7AD-4810-B9E7-846BBC3DE68D}" dt="2025-04-21T13:51:30.326" v="2894" actId="1076"/>
        <pc:sldMkLst>
          <pc:docMk/>
          <pc:sldMk cId="3656371836" sldId="352"/>
        </pc:sldMkLst>
        <pc:spChg chg="add mod">
          <ac:chgData name="順哉 徳重" userId="61863bed2814b00a" providerId="LiveId" clId="{541B089F-D7AD-4810-B9E7-846BBC3DE68D}" dt="2025-04-21T13:51:30.326" v="2894" actId="1076"/>
          <ac:spMkLst>
            <pc:docMk/>
            <pc:sldMk cId="3656371836" sldId="352"/>
            <ac:spMk id="4" creationId="{8A39318D-2278-04DB-3AE5-C63EE334293D}"/>
          </ac:spMkLst>
        </pc:spChg>
        <pc:picChg chg="add mod">
          <ac:chgData name="順哉 徳重" userId="61863bed2814b00a" providerId="LiveId" clId="{541B089F-D7AD-4810-B9E7-846BBC3DE68D}" dt="2025-04-21T13:51:07.434" v="2863" actId="1076"/>
          <ac:picMkLst>
            <pc:docMk/>
            <pc:sldMk cId="3656371836" sldId="352"/>
            <ac:picMk id="3" creationId="{DD9CAD9A-523C-5B3A-0B97-78640ECEE9BC}"/>
          </ac:picMkLst>
        </pc:picChg>
      </pc:sldChg>
      <pc:sldChg chg="addSp modSp add mod">
        <pc:chgData name="順哉 徳重" userId="61863bed2814b00a" providerId="LiveId" clId="{541B089F-D7AD-4810-B9E7-846BBC3DE68D}" dt="2025-04-21T13:53:30.331" v="2957" actId="14100"/>
        <pc:sldMkLst>
          <pc:docMk/>
          <pc:sldMk cId="130171175" sldId="353"/>
        </pc:sldMkLst>
        <pc:spChg chg="add mod">
          <ac:chgData name="順哉 徳重" userId="61863bed2814b00a" providerId="LiveId" clId="{541B089F-D7AD-4810-B9E7-846BBC3DE68D}" dt="2025-04-21T13:53:30.331" v="2957" actId="14100"/>
          <ac:spMkLst>
            <pc:docMk/>
            <pc:sldMk cId="130171175" sldId="353"/>
            <ac:spMk id="4" creationId="{8E0B9AB9-3A32-69FF-48AC-2978B4C840ED}"/>
          </ac:spMkLst>
        </pc:spChg>
        <pc:picChg chg="add mod">
          <ac:chgData name="順哉 徳重" userId="61863bed2814b00a" providerId="LiveId" clId="{541B089F-D7AD-4810-B9E7-846BBC3DE68D}" dt="2025-04-21T13:52:51.048" v="2897" actId="1076"/>
          <ac:picMkLst>
            <pc:docMk/>
            <pc:sldMk cId="130171175" sldId="353"/>
            <ac:picMk id="3" creationId="{771EE2C6-B68F-16D5-7B42-2CBA9702F3A2}"/>
          </ac:picMkLst>
        </pc:picChg>
      </pc:sldChg>
      <pc:sldChg chg="addSp delSp modSp add mod ord">
        <pc:chgData name="順哉 徳重" userId="61863bed2814b00a" providerId="LiveId" clId="{541B089F-D7AD-4810-B9E7-846BBC3DE68D}" dt="2025-04-21T13:56:32.950" v="2984" actId="14100"/>
        <pc:sldMkLst>
          <pc:docMk/>
          <pc:sldMk cId="2327272674" sldId="354"/>
        </pc:sldMkLst>
        <pc:spChg chg="add mod">
          <ac:chgData name="順哉 徳重" userId="61863bed2814b00a" providerId="LiveId" clId="{541B089F-D7AD-4810-B9E7-846BBC3DE68D}" dt="2025-04-21T13:56:32.950" v="2984" actId="14100"/>
          <ac:spMkLst>
            <pc:docMk/>
            <pc:sldMk cId="2327272674" sldId="354"/>
            <ac:spMk id="6" creationId="{6093EE74-9814-E15A-206E-002F3FF5B9FC}"/>
          </ac:spMkLst>
        </pc:spChg>
        <pc:picChg chg="add mod">
          <ac:chgData name="順哉 徳重" userId="61863bed2814b00a" providerId="LiveId" clId="{541B089F-D7AD-4810-B9E7-846BBC3DE68D}" dt="2025-04-21T13:55:35.385" v="2962" actId="1076"/>
          <ac:picMkLst>
            <pc:docMk/>
            <pc:sldMk cId="2327272674" sldId="354"/>
            <ac:picMk id="3" creationId="{2701D5BF-C4C9-E06B-B880-A46DE722B8D0}"/>
          </ac:picMkLst>
        </pc:picChg>
        <pc:picChg chg="add del">
          <ac:chgData name="順哉 徳重" userId="61863bed2814b00a" providerId="LiveId" clId="{541B089F-D7AD-4810-B9E7-846BBC3DE68D}" dt="2025-04-21T13:55:47.836" v="2964" actId="22"/>
          <ac:picMkLst>
            <pc:docMk/>
            <pc:sldMk cId="2327272674" sldId="354"/>
            <ac:picMk id="5" creationId="{BF9A36CE-7BBF-9E9E-7D8F-37B79C9E99E0}"/>
          </ac:picMkLst>
        </pc:picChg>
      </pc:sldChg>
      <pc:sldChg chg="addSp modSp add mod">
        <pc:chgData name="順哉 徳重" userId="61863bed2814b00a" providerId="LiveId" clId="{541B089F-D7AD-4810-B9E7-846BBC3DE68D}" dt="2025-04-21T13:57:31.199" v="2986" actId="1076"/>
        <pc:sldMkLst>
          <pc:docMk/>
          <pc:sldMk cId="338644631" sldId="355"/>
        </pc:sldMkLst>
        <pc:picChg chg="add mod">
          <ac:chgData name="順哉 徳重" userId="61863bed2814b00a" providerId="LiveId" clId="{541B089F-D7AD-4810-B9E7-846BBC3DE68D}" dt="2025-04-21T13:57:31.199" v="2986" actId="1076"/>
          <ac:picMkLst>
            <pc:docMk/>
            <pc:sldMk cId="338644631" sldId="355"/>
            <ac:picMk id="3" creationId="{3C7915A2-0BD9-6089-3C0C-D2A5E1286AC3}"/>
          </ac:picMkLst>
        </pc:picChg>
      </pc:sldChg>
      <pc:sldChg chg="addSp modSp add mod">
        <pc:chgData name="順哉 徳重" userId="61863bed2814b00a" providerId="LiveId" clId="{541B089F-D7AD-4810-B9E7-846BBC3DE68D}" dt="2025-04-21T13:58:49.598" v="2991" actId="1076"/>
        <pc:sldMkLst>
          <pc:docMk/>
          <pc:sldMk cId="1872899926" sldId="356"/>
        </pc:sldMkLst>
        <pc:spChg chg="add mod">
          <ac:chgData name="順哉 徳重" userId="61863bed2814b00a" providerId="LiveId" clId="{541B089F-D7AD-4810-B9E7-846BBC3DE68D}" dt="2025-04-21T13:58:49.598" v="2991" actId="1076"/>
          <ac:spMkLst>
            <pc:docMk/>
            <pc:sldMk cId="1872899926" sldId="356"/>
            <ac:spMk id="3" creationId="{D2539D82-7509-15C1-8C33-25FF49E1B0C3}"/>
          </ac:spMkLst>
        </pc:spChg>
      </pc:sldChg>
      <pc:sldChg chg="addSp modSp add mod">
        <pc:chgData name="順哉 徳重" userId="61863bed2814b00a" providerId="LiveId" clId="{541B089F-D7AD-4810-B9E7-846BBC3DE68D}" dt="2025-04-21T14:01:43.278" v="3005" actId="1076"/>
        <pc:sldMkLst>
          <pc:docMk/>
          <pc:sldMk cId="272392674" sldId="357"/>
        </pc:sldMkLst>
        <pc:picChg chg="add mod">
          <ac:chgData name="順哉 徳重" userId="61863bed2814b00a" providerId="LiveId" clId="{541B089F-D7AD-4810-B9E7-846BBC3DE68D}" dt="2025-04-21T14:01:43.278" v="3005" actId="1076"/>
          <ac:picMkLst>
            <pc:docMk/>
            <pc:sldMk cId="272392674" sldId="357"/>
            <ac:picMk id="3" creationId="{3C615232-D0DC-29B7-41A7-C67BFD6E53DE}"/>
          </ac:picMkLst>
        </pc:picChg>
      </pc:sldChg>
      <pc:sldChg chg="addSp delSp modSp add mod">
        <pc:chgData name="順哉 徳重" userId="61863bed2814b00a" providerId="LiveId" clId="{541B089F-D7AD-4810-B9E7-846BBC3DE68D}" dt="2025-04-21T14:02:23.985" v="3015" actId="1076"/>
        <pc:sldMkLst>
          <pc:docMk/>
          <pc:sldMk cId="2301497653" sldId="358"/>
        </pc:sldMkLst>
        <pc:spChg chg="add del mod">
          <ac:chgData name="順哉 徳重" userId="61863bed2814b00a" providerId="LiveId" clId="{541B089F-D7AD-4810-B9E7-846BBC3DE68D}" dt="2025-04-21T14:01:53.692" v="3008" actId="478"/>
          <ac:spMkLst>
            <pc:docMk/>
            <pc:sldMk cId="2301497653" sldId="358"/>
            <ac:spMk id="3" creationId="{694373E5-27DF-9D9C-44F9-D47C65BF501A}"/>
          </ac:spMkLst>
        </pc:spChg>
        <pc:spChg chg="add mod">
          <ac:chgData name="順哉 徳重" userId="61863bed2814b00a" providerId="LiveId" clId="{541B089F-D7AD-4810-B9E7-846BBC3DE68D}" dt="2025-04-21T14:02:23.985" v="3015" actId="1076"/>
          <ac:spMkLst>
            <pc:docMk/>
            <pc:sldMk cId="2301497653" sldId="358"/>
            <ac:spMk id="5" creationId="{DB89E74C-16CB-78A8-6D74-B1E3FBA75551}"/>
          </ac:spMkLst>
        </pc:spChg>
      </pc:sldChg>
      <pc:sldChg chg="addSp modSp add mod ord">
        <pc:chgData name="順哉 徳重" userId="61863bed2814b00a" providerId="LiveId" clId="{541B089F-D7AD-4810-B9E7-846BBC3DE68D}" dt="2025-04-21T14:08:32.720" v="3021"/>
        <pc:sldMkLst>
          <pc:docMk/>
          <pc:sldMk cId="1080125282" sldId="359"/>
        </pc:sldMkLst>
        <pc:picChg chg="add mod">
          <ac:chgData name="順哉 徳重" userId="61863bed2814b00a" providerId="LiveId" clId="{541B089F-D7AD-4810-B9E7-846BBC3DE68D}" dt="2025-04-21T14:07:24.146" v="3019" actId="1076"/>
          <ac:picMkLst>
            <pc:docMk/>
            <pc:sldMk cId="1080125282" sldId="359"/>
            <ac:picMk id="3" creationId="{7A68153F-7EF5-4D94-B273-01E0E6A71078}"/>
          </ac:picMkLst>
        </pc:picChg>
      </pc:sldChg>
      <pc:sldChg chg="addSp modSp add mod ord">
        <pc:chgData name="順哉 徳重" userId="61863bed2814b00a" providerId="LiveId" clId="{541B089F-D7AD-4810-B9E7-846BBC3DE68D}" dt="2025-04-21T14:09:15.707" v="3025"/>
        <pc:sldMkLst>
          <pc:docMk/>
          <pc:sldMk cId="25994841" sldId="360"/>
        </pc:sldMkLst>
        <pc:picChg chg="add mod">
          <ac:chgData name="順哉 徳重" userId="61863bed2814b00a" providerId="LiveId" clId="{541B089F-D7AD-4810-B9E7-846BBC3DE68D}" dt="2025-04-21T14:09:13.250" v="3023" actId="1076"/>
          <ac:picMkLst>
            <pc:docMk/>
            <pc:sldMk cId="25994841" sldId="360"/>
            <ac:picMk id="3" creationId="{F9D3D57B-D4F7-FE24-EFDD-3D7185283F18}"/>
          </ac:picMkLst>
        </pc:picChg>
      </pc:sldChg>
      <pc:sldChg chg="addSp delSp modSp add mod ord">
        <pc:chgData name="順哉 徳重" userId="61863bed2814b00a" providerId="LiveId" clId="{541B089F-D7AD-4810-B9E7-846BBC3DE68D}" dt="2025-04-21T14:20:30.790" v="3061" actId="1076"/>
        <pc:sldMkLst>
          <pc:docMk/>
          <pc:sldMk cId="945410270" sldId="361"/>
        </pc:sldMkLst>
        <pc:spChg chg="add del mod">
          <ac:chgData name="順哉 徳重" userId="61863bed2814b00a" providerId="LiveId" clId="{541B089F-D7AD-4810-B9E7-846BBC3DE68D}" dt="2025-04-21T14:13:49.344" v="3035" actId="21"/>
          <ac:spMkLst>
            <pc:docMk/>
            <pc:sldMk cId="945410270" sldId="361"/>
            <ac:spMk id="3" creationId="{C7BB962F-B34D-53FE-CD8C-2AEC15AE2C13}"/>
          </ac:spMkLst>
        </pc:spChg>
        <pc:spChg chg="add del mod">
          <ac:chgData name="順哉 徳重" userId="61863bed2814b00a" providerId="LiveId" clId="{541B089F-D7AD-4810-B9E7-846BBC3DE68D}" dt="2025-04-21T14:15:22.242" v="3044" actId="21"/>
          <ac:spMkLst>
            <pc:docMk/>
            <pc:sldMk cId="945410270" sldId="361"/>
            <ac:spMk id="5" creationId="{A0A713A3-65F6-CFCC-D36E-01E9D098C1E8}"/>
          </ac:spMkLst>
        </pc:spChg>
        <pc:spChg chg="add del mod">
          <ac:chgData name="順哉 徳重" userId="61863bed2814b00a" providerId="LiveId" clId="{541B089F-D7AD-4810-B9E7-846BBC3DE68D}" dt="2025-04-21T14:18:06.785" v="3054" actId="21"/>
          <ac:spMkLst>
            <pc:docMk/>
            <pc:sldMk cId="945410270" sldId="361"/>
            <ac:spMk id="6" creationId="{5F858A40-46C6-6623-22A8-2C6C1A2604D5}"/>
          </ac:spMkLst>
        </pc:spChg>
        <pc:spChg chg="add mod">
          <ac:chgData name="順哉 徳重" userId="61863bed2814b00a" providerId="LiveId" clId="{541B089F-D7AD-4810-B9E7-846BBC3DE68D}" dt="2025-04-21T14:20:30.790" v="3061" actId="1076"/>
          <ac:spMkLst>
            <pc:docMk/>
            <pc:sldMk cId="945410270" sldId="361"/>
            <ac:spMk id="10" creationId="{ADEF3A27-70B8-FD89-50C8-0DABFE87314A}"/>
          </ac:spMkLst>
        </pc:spChg>
        <pc:picChg chg="add mod">
          <ac:chgData name="順哉 徳重" userId="61863bed2814b00a" providerId="LiveId" clId="{541B089F-D7AD-4810-B9E7-846BBC3DE68D}" dt="2025-04-21T14:19:40.620" v="3059" actId="1076"/>
          <ac:picMkLst>
            <pc:docMk/>
            <pc:sldMk cId="945410270" sldId="361"/>
            <ac:picMk id="8" creationId="{1CAB1EA8-B854-1795-94D6-76E44F3ABB99}"/>
          </ac:picMkLst>
        </pc:picChg>
      </pc:sldChg>
      <pc:sldChg chg="add del">
        <pc:chgData name="順哉 徳重" userId="61863bed2814b00a" providerId="LiveId" clId="{541B089F-D7AD-4810-B9E7-846BBC3DE68D}" dt="2025-04-21T14:20:42.127" v="3062" actId="47"/>
        <pc:sldMkLst>
          <pc:docMk/>
          <pc:sldMk cId="1542569793" sldId="362"/>
        </pc:sldMkLst>
      </pc:sldChg>
      <pc:sldChg chg="add del">
        <pc:chgData name="順哉 徳重" userId="61863bed2814b00a" providerId="LiveId" clId="{541B089F-D7AD-4810-B9E7-846BBC3DE68D}" dt="2025-04-21T14:20:42.637" v="3063" actId="47"/>
        <pc:sldMkLst>
          <pc:docMk/>
          <pc:sldMk cId="3258786374" sldId="363"/>
        </pc:sldMkLst>
      </pc:sldChg>
      <pc:sldChg chg="add del">
        <pc:chgData name="順哉 徳重" userId="61863bed2814b00a" providerId="LiveId" clId="{541B089F-D7AD-4810-B9E7-846BBC3DE68D}" dt="2025-04-21T14:20:43.136" v="3064" actId="47"/>
        <pc:sldMkLst>
          <pc:docMk/>
          <pc:sldMk cId="3020778959" sldId="364"/>
        </pc:sldMkLst>
      </pc:sldChg>
    </pc:docChg>
  </pc:docChgLst>
  <pc:docChgLst>
    <pc:chgData name="順哉 徳重" userId="61863bed2814b00a" providerId="LiveId" clId="{DDF26691-606D-4AD2-A758-D877697794C8}"/>
    <pc:docChg chg="undo custSel addSld delSld modSld">
      <pc:chgData name="順哉 徳重" userId="61863bed2814b00a" providerId="LiveId" clId="{DDF26691-606D-4AD2-A758-D877697794C8}" dt="2025-03-03T12:46:22.934" v="1759" actId="14100"/>
      <pc:docMkLst>
        <pc:docMk/>
      </pc:docMkLst>
      <pc:sldChg chg="modSp del mod">
        <pc:chgData name="順哉 徳重" userId="61863bed2814b00a" providerId="LiveId" clId="{DDF26691-606D-4AD2-A758-D877697794C8}" dt="2025-03-02T06:53:29.637" v="944" actId="2696"/>
        <pc:sldMkLst>
          <pc:docMk/>
          <pc:sldMk cId="2911874208" sldId="265"/>
        </pc:sldMkLst>
      </pc:sldChg>
      <pc:sldChg chg="addSp delSp modSp mod">
        <pc:chgData name="順哉 徳重" userId="61863bed2814b00a" providerId="LiveId" clId="{DDF26691-606D-4AD2-A758-D877697794C8}" dt="2025-03-02T10:52:06.259" v="1724" actId="20577"/>
        <pc:sldMkLst>
          <pc:docMk/>
          <pc:sldMk cId="662395573" sldId="276"/>
        </pc:sldMkLst>
      </pc:sldChg>
      <pc:sldChg chg="modSp mod">
        <pc:chgData name="順哉 徳重" userId="61863bed2814b00a" providerId="LiveId" clId="{DDF26691-606D-4AD2-A758-D877697794C8}" dt="2025-03-03T12:24:29.363" v="1730" actId="14100"/>
        <pc:sldMkLst>
          <pc:docMk/>
          <pc:sldMk cId="3196265429" sldId="279"/>
        </pc:sldMkLst>
      </pc:sldChg>
      <pc:sldChg chg="modSp mod">
        <pc:chgData name="順哉 徳重" userId="61863bed2814b00a" providerId="LiveId" clId="{DDF26691-606D-4AD2-A758-D877697794C8}" dt="2025-03-03T12:23:58.424" v="1727" actId="14100"/>
        <pc:sldMkLst>
          <pc:docMk/>
          <pc:sldMk cId="2209404818" sldId="280"/>
        </pc:sldMkLst>
      </pc:sldChg>
      <pc:sldChg chg="modSp mod">
        <pc:chgData name="順哉 徳重" userId="61863bed2814b00a" providerId="LiveId" clId="{DDF26691-606D-4AD2-A758-D877697794C8}" dt="2025-03-03T12:29:45.726" v="1748" actId="20577"/>
        <pc:sldMkLst>
          <pc:docMk/>
          <pc:sldMk cId="1674834057" sldId="281"/>
        </pc:sldMkLst>
      </pc:sldChg>
      <pc:sldChg chg="modSp mod">
        <pc:chgData name="順哉 徳重" userId="61863bed2814b00a" providerId="LiveId" clId="{DDF26691-606D-4AD2-A758-D877697794C8}" dt="2025-03-03T12:30:30.658" v="1749" actId="20577"/>
        <pc:sldMkLst>
          <pc:docMk/>
          <pc:sldMk cId="2150197188" sldId="282"/>
        </pc:sldMkLst>
      </pc:sldChg>
      <pc:sldChg chg="addSp delSp modSp new mod">
        <pc:chgData name="順哉 徳重" userId="61863bed2814b00a" providerId="LiveId" clId="{DDF26691-606D-4AD2-A758-D877697794C8}" dt="2025-03-02T05:26:10.063" v="30" actId="1076"/>
        <pc:sldMkLst>
          <pc:docMk/>
          <pc:sldMk cId="4246808139" sldId="283"/>
        </pc:sldMkLst>
      </pc:sldChg>
      <pc:sldChg chg="addSp delSp modSp new add del mod">
        <pc:chgData name="順哉 徳重" userId="61863bed2814b00a" providerId="LiveId" clId="{DDF26691-606D-4AD2-A758-D877697794C8}" dt="2025-03-02T05:46:37.666" v="178" actId="1076"/>
        <pc:sldMkLst>
          <pc:docMk/>
          <pc:sldMk cId="2163119191" sldId="284"/>
        </pc:sldMkLst>
      </pc:sldChg>
      <pc:sldChg chg="addSp delSp modSp new mod">
        <pc:chgData name="順哉 徳重" userId="61863bed2814b00a" providerId="LiveId" clId="{DDF26691-606D-4AD2-A758-D877697794C8}" dt="2025-03-02T05:37:46.895" v="143" actId="1076"/>
        <pc:sldMkLst>
          <pc:docMk/>
          <pc:sldMk cId="3750373122" sldId="285"/>
        </pc:sldMkLst>
      </pc:sldChg>
      <pc:sldChg chg="addSp delSp modSp new mod">
        <pc:chgData name="順哉 徳重" userId="61863bed2814b00a" providerId="LiveId" clId="{DDF26691-606D-4AD2-A758-D877697794C8}" dt="2025-03-02T05:48:19.681" v="181" actId="1076"/>
        <pc:sldMkLst>
          <pc:docMk/>
          <pc:sldMk cId="2958651972" sldId="286"/>
        </pc:sldMkLst>
      </pc:sldChg>
      <pc:sldChg chg="addSp modSp add mod">
        <pc:chgData name="順哉 徳重" userId="61863bed2814b00a" providerId="LiveId" clId="{DDF26691-606D-4AD2-A758-D877697794C8}" dt="2025-03-02T05:51:45.297" v="184" actId="1076"/>
        <pc:sldMkLst>
          <pc:docMk/>
          <pc:sldMk cId="2227412746" sldId="287"/>
        </pc:sldMkLst>
      </pc:sldChg>
      <pc:sldChg chg="addSp delSp modSp add mod">
        <pc:chgData name="順哉 徳重" userId="61863bed2814b00a" providerId="LiveId" clId="{DDF26691-606D-4AD2-A758-D877697794C8}" dt="2025-03-03T12:33:48.431" v="1750" actId="14100"/>
        <pc:sldMkLst>
          <pc:docMk/>
          <pc:sldMk cId="2704416719" sldId="288"/>
        </pc:sldMkLst>
      </pc:sldChg>
      <pc:sldChg chg="addSp modSp add mod">
        <pc:chgData name="順哉 徳重" userId="61863bed2814b00a" providerId="LiveId" clId="{DDF26691-606D-4AD2-A758-D877697794C8}" dt="2025-03-03T12:34:22.931" v="1751" actId="14100"/>
        <pc:sldMkLst>
          <pc:docMk/>
          <pc:sldMk cId="3115318069" sldId="289"/>
        </pc:sldMkLst>
      </pc:sldChg>
      <pc:sldChg chg="addSp modSp add mod">
        <pc:chgData name="順哉 徳重" userId="61863bed2814b00a" providerId="LiveId" clId="{DDF26691-606D-4AD2-A758-D877697794C8}" dt="2025-03-03T12:46:22.934" v="1759" actId="14100"/>
        <pc:sldMkLst>
          <pc:docMk/>
          <pc:sldMk cId="1424874615" sldId="290"/>
        </pc:sldMkLst>
      </pc:sldChg>
      <pc:sldChg chg="addSp modSp add mod">
        <pc:chgData name="順哉 徳重" userId="61863bed2814b00a" providerId="LiveId" clId="{DDF26691-606D-4AD2-A758-D877697794C8}" dt="2025-03-02T06:09:30.243" v="275" actId="1076"/>
        <pc:sldMkLst>
          <pc:docMk/>
          <pc:sldMk cId="2710696968" sldId="291"/>
        </pc:sldMkLst>
      </pc:sldChg>
      <pc:sldChg chg="addSp modSp add mod">
        <pc:chgData name="順哉 徳重" userId="61863bed2814b00a" providerId="LiveId" clId="{DDF26691-606D-4AD2-A758-D877697794C8}" dt="2025-03-02T06:11:02.992" v="279" actId="1076"/>
        <pc:sldMkLst>
          <pc:docMk/>
          <pc:sldMk cId="2821380008" sldId="292"/>
        </pc:sldMkLst>
      </pc:sldChg>
      <pc:sldChg chg="addSp delSp modSp add mod">
        <pc:chgData name="順哉 徳重" userId="61863bed2814b00a" providerId="LiveId" clId="{DDF26691-606D-4AD2-A758-D877697794C8}" dt="2025-03-03T12:45:53.025" v="1758" actId="1076"/>
        <pc:sldMkLst>
          <pc:docMk/>
          <pc:sldMk cId="3874668087" sldId="293"/>
        </pc:sldMkLst>
      </pc:sldChg>
      <pc:sldChg chg="addSp delSp modSp add mod">
        <pc:chgData name="順哉 徳重" userId="61863bed2814b00a" providerId="LiveId" clId="{DDF26691-606D-4AD2-A758-D877697794C8}" dt="2025-03-02T07:10:49.559" v="1068" actId="1076"/>
        <pc:sldMkLst>
          <pc:docMk/>
          <pc:sldMk cId="1206640958" sldId="294"/>
        </pc:sldMkLst>
      </pc:sldChg>
      <pc:sldChg chg="addSp delSp modSp add mod">
        <pc:chgData name="順哉 徳重" userId="61863bed2814b00a" providerId="LiveId" clId="{DDF26691-606D-4AD2-A758-D877697794C8}" dt="2025-03-02T07:45:31.710" v="1130" actId="20577"/>
        <pc:sldMkLst>
          <pc:docMk/>
          <pc:sldMk cId="1812009870" sldId="295"/>
        </pc:sldMkLst>
      </pc:sldChg>
      <pc:sldChg chg="add del">
        <pc:chgData name="順哉 徳重" userId="61863bed2814b00a" providerId="LiveId" clId="{DDF26691-606D-4AD2-A758-D877697794C8}" dt="2025-03-02T10:50:33.442" v="1706" actId="47"/>
        <pc:sldMkLst>
          <pc:docMk/>
          <pc:sldMk cId="2033687338" sldId="296"/>
        </pc:sldMkLst>
      </pc:sldChg>
      <pc:sldChg chg="add del">
        <pc:chgData name="順哉 徳重" userId="61863bed2814b00a" providerId="LiveId" clId="{DDF26691-606D-4AD2-A758-D877697794C8}" dt="2025-03-02T10:50:44.448" v="1723" actId="47"/>
        <pc:sldMkLst>
          <pc:docMk/>
          <pc:sldMk cId="3250344231" sldId="297"/>
        </pc:sldMkLst>
      </pc:sldChg>
      <pc:sldChg chg="add del">
        <pc:chgData name="順哉 徳重" userId="61863bed2814b00a" providerId="LiveId" clId="{DDF26691-606D-4AD2-A758-D877697794C8}" dt="2025-03-02T10:50:42.214" v="1722" actId="47"/>
        <pc:sldMkLst>
          <pc:docMk/>
          <pc:sldMk cId="3342219760" sldId="298"/>
        </pc:sldMkLst>
      </pc:sldChg>
      <pc:sldChg chg="add del">
        <pc:chgData name="順哉 徳重" userId="61863bed2814b00a" providerId="LiveId" clId="{DDF26691-606D-4AD2-A758-D877697794C8}" dt="2025-03-02T10:50:41.479" v="1721" actId="47"/>
        <pc:sldMkLst>
          <pc:docMk/>
          <pc:sldMk cId="3978558552" sldId="299"/>
        </pc:sldMkLst>
      </pc:sldChg>
      <pc:sldChg chg="add del">
        <pc:chgData name="順哉 徳重" userId="61863bed2814b00a" providerId="LiveId" clId="{DDF26691-606D-4AD2-A758-D877697794C8}" dt="2025-03-02T10:50:40.984" v="1720" actId="47"/>
        <pc:sldMkLst>
          <pc:docMk/>
          <pc:sldMk cId="1087792696" sldId="300"/>
        </pc:sldMkLst>
      </pc:sldChg>
      <pc:sldChg chg="add del">
        <pc:chgData name="順哉 徳重" userId="61863bed2814b00a" providerId="LiveId" clId="{DDF26691-606D-4AD2-A758-D877697794C8}" dt="2025-03-02T10:50:40.245" v="1719" actId="47"/>
        <pc:sldMkLst>
          <pc:docMk/>
          <pc:sldMk cId="3897212151" sldId="301"/>
        </pc:sldMkLst>
      </pc:sldChg>
      <pc:sldChg chg="add del">
        <pc:chgData name="順哉 徳重" userId="61863bed2814b00a" providerId="LiveId" clId="{DDF26691-606D-4AD2-A758-D877697794C8}" dt="2025-03-02T10:50:39.184" v="1718" actId="47"/>
        <pc:sldMkLst>
          <pc:docMk/>
          <pc:sldMk cId="3868356635" sldId="302"/>
        </pc:sldMkLst>
      </pc:sldChg>
      <pc:sldChg chg="add del">
        <pc:chgData name="順哉 徳重" userId="61863bed2814b00a" providerId="LiveId" clId="{DDF26691-606D-4AD2-A758-D877697794C8}" dt="2025-03-02T10:50:39.003" v="1717" actId="47"/>
        <pc:sldMkLst>
          <pc:docMk/>
          <pc:sldMk cId="3167006627" sldId="303"/>
        </pc:sldMkLst>
      </pc:sldChg>
      <pc:sldChg chg="add del">
        <pc:chgData name="順哉 徳重" userId="61863bed2814b00a" providerId="LiveId" clId="{DDF26691-606D-4AD2-A758-D877697794C8}" dt="2025-03-02T10:50:38.830" v="1716" actId="47"/>
        <pc:sldMkLst>
          <pc:docMk/>
          <pc:sldMk cId="372199192" sldId="304"/>
        </pc:sldMkLst>
      </pc:sldChg>
      <pc:sldChg chg="add del">
        <pc:chgData name="順哉 徳重" userId="61863bed2814b00a" providerId="LiveId" clId="{DDF26691-606D-4AD2-A758-D877697794C8}" dt="2025-03-02T10:50:38.635" v="1715" actId="47"/>
        <pc:sldMkLst>
          <pc:docMk/>
          <pc:sldMk cId="3066766252" sldId="305"/>
        </pc:sldMkLst>
      </pc:sldChg>
      <pc:sldChg chg="add del">
        <pc:chgData name="順哉 徳重" userId="61863bed2814b00a" providerId="LiveId" clId="{DDF26691-606D-4AD2-A758-D877697794C8}" dt="2025-03-02T10:50:38.461" v="1714" actId="47"/>
        <pc:sldMkLst>
          <pc:docMk/>
          <pc:sldMk cId="736759292" sldId="306"/>
        </pc:sldMkLst>
      </pc:sldChg>
      <pc:sldChg chg="add del">
        <pc:chgData name="順哉 徳重" userId="61863bed2814b00a" providerId="LiveId" clId="{DDF26691-606D-4AD2-A758-D877697794C8}" dt="2025-03-02T10:50:38.294" v="1713" actId="47"/>
        <pc:sldMkLst>
          <pc:docMk/>
          <pc:sldMk cId="2824688635" sldId="307"/>
        </pc:sldMkLst>
      </pc:sldChg>
      <pc:sldChg chg="add del">
        <pc:chgData name="順哉 徳重" userId="61863bed2814b00a" providerId="LiveId" clId="{DDF26691-606D-4AD2-A758-D877697794C8}" dt="2025-03-02T10:50:38.166" v="1712" actId="47"/>
        <pc:sldMkLst>
          <pc:docMk/>
          <pc:sldMk cId="1355845272" sldId="308"/>
        </pc:sldMkLst>
      </pc:sldChg>
      <pc:sldChg chg="add del">
        <pc:chgData name="順哉 徳重" userId="61863bed2814b00a" providerId="LiveId" clId="{DDF26691-606D-4AD2-A758-D877697794C8}" dt="2025-03-02T10:50:37.997" v="1711" actId="47"/>
        <pc:sldMkLst>
          <pc:docMk/>
          <pc:sldMk cId="2796761979" sldId="309"/>
        </pc:sldMkLst>
      </pc:sldChg>
      <pc:sldChg chg="add del">
        <pc:chgData name="順哉 徳重" userId="61863bed2814b00a" providerId="LiveId" clId="{DDF26691-606D-4AD2-A758-D877697794C8}" dt="2025-03-02T10:50:37.821" v="1710" actId="47"/>
        <pc:sldMkLst>
          <pc:docMk/>
          <pc:sldMk cId="1701046497" sldId="310"/>
        </pc:sldMkLst>
      </pc:sldChg>
      <pc:sldChg chg="add del">
        <pc:chgData name="順哉 徳重" userId="61863bed2814b00a" providerId="LiveId" clId="{DDF26691-606D-4AD2-A758-D877697794C8}" dt="2025-03-02T10:50:37.620" v="1709" actId="47"/>
        <pc:sldMkLst>
          <pc:docMk/>
          <pc:sldMk cId="1593607542" sldId="311"/>
        </pc:sldMkLst>
      </pc:sldChg>
      <pc:sldChg chg="add del">
        <pc:chgData name="順哉 徳重" userId="61863bed2814b00a" providerId="LiveId" clId="{DDF26691-606D-4AD2-A758-D877697794C8}" dt="2025-03-02T10:50:37.423" v="1708" actId="47"/>
        <pc:sldMkLst>
          <pc:docMk/>
          <pc:sldMk cId="2306162028" sldId="312"/>
        </pc:sldMkLst>
      </pc:sldChg>
      <pc:sldChg chg="add del">
        <pc:chgData name="順哉 徳重" userId="61863bed2814b00a" providerId="LiveId" clId="{DDF26691-606D-4AD2-A758-D877697794C8}" dt="2025-03-02T10:50:37.041" v="1707" actId="47"/>
        <pc:sldMkLst>
          <pc:docMk/>
          <pc:sldMk cId="3610076014" sldId="313"/>
        </pc:sldMkLst>
      </pc:sldChg>
      <pc:sldChg chg="addSp delSp modSp new mod">
        <pc:chgData name="順哉 徳重" userId="61863bed2814b00a" providerId="LiveId" clId="{DDF26691-606D-4AD2-A758-D877697794C8}" dt="2025-03-02T06:59:38.986" v="1007" actId="1076"/>
        <pc:sldMkLst>
          <pc:docMk/>
          <pc:sldMk cId="613298679" sldId="314"/>
        </pc:sldMkLst>
      </pc:sldChg>
      <pc:sldChg chg="addSp modSp new mod">
        <pc:chgData name="順哉 徳重" userId="61863bed2814b00a" providerId="LiveId" clId="{DDF26691-606D-4AD2-A758-D877697794C8}" dt="2025-03-02T10:48:28.851" v="1694" actId="1076"/>
        <pc:sldMkLst>
          <pc:docMk/>
          <pc:sldMk cId="435369890" sldId="315"/>
        </pc:sldMkLst>
      </pc:sldChg>
      <pc:sldChg chg="addSp delSp modSp del mod">
        <pc:chgData name="順哉 徳重" userId="61863bed2814b00a" providerId="LiveId" clId="{DDF26691-606D-4AD2-A758-D877697794C8}" dt="2025-03-03T12:07:29.215" v="1725" actId="2696"/>
        <pc:sldMkLst>
          <pc:docMk/>
          <pc:sldMk cId="1978824316" sldId="316"/>
        </pc:sldMkLst>
      </pc:sldChg>
      <pc:sldChg chg="addSp delSp modSp new mod">
        <pc:chgData name="順哉 徳重" userId="61863bed2814b00a" providerId="LiveId" clId="{DDF26691-606D-4AD2-A758-D877697794C8}" dt="2025-03-02T10:50:12.336" v="1705" actId="21"/>
        <pc:sldMkLst>
          <pc:docMk/>
          <pc:sldMk cId="3478160988" sldId="317"/>
        </pc:sldMkLst>
      </pc:sldChg>
      <pc:sldChg chg="addSp modSp new mod">
        <pc:chgData name="順哉 徳重" userId="61863bed2814b00a" providerId="LiveId" clId="{DDF26691-606D-4AD2-A758-D877697794C8}" dt="2025-03-02T10:48:44.204" v="1696" actId="1076"/>
        <pc:sldMkLst>
          <pc:docMk/>
          <pc:sldMk cId="767040017" sldId="318"/>
        </pc:sldMkLst>
      </pc:sldChg>
      <pc:sldChg chg="modSp add del mod">
        <pc:chgData name="順哉 徳重" userId="61863bed2814b00a" providerId="LiveId" clId="{DDF26691-606D-4AD2-A758-D877697794C8}" dt="2025-03-02T10:49:34.473" v="1699" actId="2696"/>
        <pc:sldMkLst>
          <pc:docMk/>
          <pc:sldMk cId="1504168641" sldId="319"/>
        </pc:sldMkLst>
      </pc:sldChg>
    </pc:docChg>
  </pc:docChgLst>
  <pc:docChgLst>
    <pc:chgData name="順哉 徳重" userId="61863bed2814b00a" providerId="LiveId" clId="{96B03D5D-FE79-49E3-8B91-C046F7EDB004}"/>
    <pc:docChg chg="undo custSel addSld delSld modSld">
      <pc:chgData name="順哉 徳重" userId="61863bed2814b00a" providerId="LiveId" clId="{96B03D5D-FE79-49E3-8B91-C046F7EDB004}" dt="2025-04-02T14:56:26.264" v="1544" actId="1076"/>
      <pc:docMkLst>
        <pc:docMk/>
      </pc:docMkLst>
      <pc:sldChg chg="modSp mod">
        <pc:chgData name="順哉 徳重" userId="61863bed2814b00a" providerId="LiveId" clId="{96B03D5D-FE79-49E3-8B91-C046F7EDB004}" dt="2025-03-31T11:49:36.312" v="33" actId="14100"/>
        <pc:sldMkLst>
          <pc:docMk/>
          <pc:sldMk cId="1528216126" sldId="256"/>
        </pc:sldMkLst>
        <pc:spChg chg="mod">
          <ac:chgData name="順哉 徳重" userId="61863bed2814b00a" providerId="LiveId" clId="{96B03D5D-FE79-49E3-8B91-C046F7EDB004}" dt="2025-03-31T11:49:36.312" v="33" actId="14100"/>
          <ac:spMkLst>
            <pc:docMk/>
            <pc:sldMk cId="1528216126" sldId="256"/>
            <ac:spMk id="2" creationId="{3280058D-49E3-AF83-0C38-2B9F69507393}"/>
          </ac:spMkLst>
        </pc:spChg>
      </pc:sldChg>
      <pc:sldChg chg="del">
        <pc:chgData name="順哉 徳重" userId="61863bed2814b00a" providerId="LiveId" clId="{96B03D5D-FE79-49E3-8B91-C046F7EDB004}" dt="2025-03-31T13:16:49.475" v="370" actId="47"/>
        <pc:sldMkLst>
          <pc:docMk/>
          <pc:sldMk cId="3917247542" sldId="257"/>
        </pc:sldMkLst>
      </pc:sldChg>
      <pc:sldChg chg="del">
        <pc:chgData name="順哉 徳重" userId="61863bed2814b00a" providerId="LiveId" clId="{96B03D5D-FE79-49E3-8B91-C046F7EDB004}" dt="2025-03-31T13:16:49.946" v="373" actId="47"/>
        <pc:sldMkLst>
          <pc:docMk/>
          <pc:sldMk cId="2402104933" sldId="264"/>
        </pc:sldMkLst>
      </pc:sldChg>
      <pc:sldChg chg="del">
        <pc:chgData name="順哉 徳重" userId="61863bed2814b00a" providerId="LiveId" clId="{96B03D5D-FE79-49E3-8B91-C046F7EDB004}" dt="2025-03-31T12:43:07.505" v="34" actId="2696"/>
        <pc:sldMkLst>
          <pc:docMk/>
          <pc:sldMk cId="662395573" sldId="276"/>
        </pc:sldMkLst>
      </pc:sldChg>
      <pc:sldChg chg="del">
        <pc:chgData name="順哉 徳重" userId="61863bed2814b00a" providerId="LiveId" clId="{96B03D5D-FE79-49E3-8B91-C046F7EDB004}" dt="2025-03-31T13:16:49.797" v="372" actId="47"/>
        <pc:sldMkLst>
          <pc:docMk/>
          <pc:sldMk cId="3407673219" sldId="277"/>
        </pc:sldMkLst>
      </pc:sldChg>
      <pc:sldChg chg="del">
        <pc:chgData name="順哉 徳重" userId="61863bed2814b00a" providerId="LiveId" clId="{96B03D5D-FE79-49E3-8B91-C046F7EDB004}" dt="2025-03-31T13:16:49.634" v="371" actId="47"/>
        <pc:sldMkLst>
          <pc:docMk/>
          <pc:sldMk cId="2411269841" sldId="278"/>
        </pc:sldMkLst>
      </pc:sldChg>
      <pc:sldChg chg="del">
        <pc:chgData name="順哉 徳重" userId="61863bed2814b00a" providerId="LiveId" clId="{96B03D5D-FE79-49E3-8B91-C046F7EDB004}" dt="2025-03-31T13:16:50.098" v="374" actId="47"/>
        <pc:sldMkLst>
          <pc:docMk/>
          <pc:sldMk cId="3196265429" sldId="279"/>
        </pc:sldMkLst>
      </pc:sldChg>
      <pc:sldChg chg="del">
        <pc:chgData name="順哉 徳重" userId="61863bed2814b00a" providerId="LiveId" clId="{96B03D5D-FE79-49E3-8B91-C046F7EDB004}" dt="2025-03-31T13:16:50.879" v="375" actId="47"/>
        <pc:sldMkLst>
          <pc:docMk/>
          <pc:sldMk cId="2209404818" sldId="280"/>
        </pc:sldMkLst>
      </pc:sldChg>
      <pc:sldChg chg="del">
        <pc:chgData name="順哉 徳重" userId="61863bed2814b00a" providerId="LiveId" clId="{96B03D5D-FE79-49E3-8B91-C046F7EDB004}" dt="2025-03-31T13:16:51.071" v="376" actId="47"/>
        <pc:sldMkLst>
          <pc:docMk/>
          <pc:sldMk cId="1674834057" sldId="281"/>
        </pc:sldMkLst>
      </pc:sldChg>
      <pc:sldChg chg="del">
        <pc:chgData name="順哉 徳重" userId="61863bed2814b00a" providerId="LiveId" clId="{96B03D5D-FE79-49E3-8B91-C046F7EDB004}" dt="2025-03-31T13:16:51.182" v="377" actId="47"/>
        <pc:sldMkLst>
          <pc:docMk/>
          <pc:sldMk cId="2150197188" sldId="282"/>
        </pc:sldMkLst>
      </pc:sldChg>
      <pc:sldChg chg="del">
        <pc:chgData name="順哉 徳重" userId="61863bed2814b00a" providerId="LiveId" clId="{96B03D5D-FE79-49E3-8B91-C046F7EDB004}" dt="2025-03-31T13:16:51.360" v="378" actId="47"/>
        <pc:sldMkLst>
          <pc:docMk/>
          <pc:sldMk cId="4246808139" sldId="283"/>
        </pc:sldMkLst>
      </pc:sldChg>
      <pc:sldChg chg="del">
        <pc:chgData name="順哉 徳重" userId="61863bed2814b00a" providerId="LiveId" clId="{96B03D5D-FE79-49E3-8B91-C046F7EDB004}" dt="2025-03-31T13:16:51.846" v="379" actId="47"/>
        <pc:sldMkLst>
          <pc:docMk/>
          <pc:sldMk cId="2163119191" sldId="284"/>
        </pc:sldMkLst>
      </pc:sldChg>
      <pc:sldChg chg="del">
        <pc:chgData name="順哉 徳重" userId="61863bed2814b00a" providerId="LiveId" clId="{96B03D5D-FE79-49E3-8B91-C046F7EDB004}" dt="2025-03-31T13:16:52.172" v="380" actId="47"/>
        <pc:sldMkLst>
          <pc:docMk/>
          <pc:sldMk cId="3750373122" sldId="285"/>
        </pc:sldMkLst>
      </pc:sldChg>
      <pc:sldChg chg="del">
        <pc:chgData name="順哉 徳重" userId="61863bed2814b00a" providerId="LiveId" clId="{96B03D5D-FE79-49E3-8B91-C046F7EDB004}" dt="2025-03-31T13:16:52.374" v="381" actId="47"/>
        <pc:sldMkLst>
          <pc:docMk/>
          <pc:sldMk cId="2958651972" sldId="286"/>
        </pc:sldMkLst>
      </pc:sldChg>
      <pc:sldChg chg="del">
        <pc:chgData name="順哉 徳重" userId="61863bed2814b00a" providerId="LiveId" clId="{96B03D5D-FE79-49E3-8B91-C046F7EDB004}" dt="2025-03-31T13:16:52.615" v="382" actId="47"/>
        <pc:sldMkLst>
          <pc:docMk/>
          <pc:sldMk cId="2227412746" sldId="287"/>
        </pc:sldMkLst>
      </pc:sldChg>
      <pc:sldChg chg="del">
        <pc:chgData name="順哉 徳重" userId="61863bed2814b00a" providerId="LiveId" clId="{96B03D5D-FE79-49E3-8B91-C046F7EDB004}" dt="2025-03-31T13:16:53.119" v="383" actId="47"/>
        <pc:sldMkLst>
          <pc:docMk/>
          <pc:sldMk cId="2704416719" sldId="288"/>
        </pc:sldMkLst>
      </pc:sldChg>
      <pc:sldChg chg="del">
        <pc:chgData name="順哉 徳重" userId="61863bed2814b00a" providerId="LiveId" clId="{96B03D5D-FE79-49E3-8B91-C046F7EDB004}" dt="2025-03-31T13:16:53.358" v="384" actId="47"/>
        <pc:sldMkLst>
          <pc:docMk/>
          <pc:sldMk cId="3115318069" sldId="289"/>
        </pc:sldMkLst>
      </pc:sldChg>
      <pc:sldChg chg="del">
        <pc:chgData name="順哉 徳重" userId="61863bed2814b00a" providerId="LiveId" clId="{96B03D5D-FE79-49E3-8B91-C046F7EDB004}" dt="2025-03-31T13:16:53.549" v="385" actId="47"/>
        <pc:sldMkLst>
          <pc:docMk/>
          <pc:sldMk cId="1424874615" sldId="290"/>
        </pc:sldMkLst>
      </pc:sldChg>
      <pc:sldChg chg="del">
        <pc:chgData name="順哉 徳重" userId="61863bed2814b00a" providerId="LiveId" clId="{96B03D5D-FE79-49E3-8B91-C046F7EDB004}" dt="2025-03-31T13:16:53.928" v="386" actId="47"/>
        <pc:sldMkLst>
          <pc:docMk/>
          <pc:sldMk cId="2710696968" sldId="291"/>
        </pc:sldMkLst>
      </pc:sldChg>
      <pc:sldChg chg="del">
        <pc:chgData name="順哉 徳重" userId="61863bed2814b00a" providerId="LiveId" clId="{96B03D5D-FE79-49E3-8B91-C046F7EDB004}" dt="2025-03-31T13:16:54.415" v="387" actId="47"/>
        <pc:sldMkLst>
          <pc:docMk/>
          <pc:sldMk cId="2821380008" sldId="292"/>
        </pc:sldMkLst>
      </pc:sldChg>
      <pc:sldChg chg="del">
        <pc:chgData name="順哉 徳重" userId="61863bed2814b00a" providerId="LiveId" clId="{96B03D5D-FE79-49E3-8B91-C046F7EDB004}" dt="2025-03-31T13:16:54.744" v="388" actId="47"/>
        <pc:sldMkLst>
          <pc:docMk/>
          <pc:sldMk cId="3874668087" sldId="293"/>
        </pc:sldMkLst>
      </pc:sldChg>
      <pc:sldChg chg="del">
        <pc:chgData name="順哉 徳重" userId="61863bed2814b00a" providerId="LiveId" clId="{96B03D5D-FE79-49E3-8B91-C046F7EDB004}" dt="2025-03-31T13:16:54.976" v="389" actId="47"/>
        <pc:sldMkLst>
          <pc:docMk/>
          <pc:sldMk cId="1206640958" sldId="294"/>
        </pc:sldMkLst>
      </pc:sldChg>
      <pc:sldChg chg="del">
        <pc:chgData name="順哉 徳重" userId="61863bed2814b00a" providerId="LiveId" clId="{96B03D5D-FE79-49E3-8B91-C046F7EDB004}" dt="2025-03-31T13:16:55.185" v="390" actId="47"/>
        <pc:sldMkLst>
          <pc:docMk/>
          <pc:sldMk cId="1812009870" sldId="295"/>
        </pc:sldMkLst>
      </pc:sldChg>
      <pc:sldChg chg="del">
        <pc:chgData name="順哉 徳重" userId="61863bed2814b00a" providerId="LiveId" clId="{96B03D5D-FE79-49E3-8B91-C046F7EDB004}" dt="2025-03-31T13:16:48.331" v="366" actId="47"/>
        <pc:sldMkLst>
          <pc:docMk/>
          <pc:sldMk cId="613298679" sldId="314"/>
        </pc:sldMkLst>
      </pc:sldChg>
      <pc:sldChg chg="del">
        <pc:chgData name="順哉 徳重" userId="61863bed2814b00a" providerId="LiveId" clId="{96B03D5D-FE79-49E3-8B91-C046F7EDB004}" dt="2025-03-31T13:16:48.988" v="367" actId="47"/>
        <pc:sldMkLst>
          <pc:docMk/>
          <pc:sldMk cId="435369890" sldId="315"/>
        </pc:sldMkLst>
      </pc:sldChg>
      <pc:sldChg chg="del">
        <pc:chgData name="順哉 徳重" userId="61863bed2814b00a" providerId="LiveId" clId="{96B03D5D-FE79-49E3-8B91-C046F7EDB004}" dt="2025-03-31T13:16:49.160" v="368" actId="47"/>
        <pc:sldMkLst>
          <pc:docMk/>
          <pc:sldMk cId="3478160988" sldId="317"/>
        </pc:sldMkLst>
      </pc:sldChg>
      <pc:sldChg chg="del">
        <pc:chgData name="順哉 徳重" userId="61863bed2814b00a" providerId="LiveId" clId="{96B03D5D-FE79-49E3-8B91-C046F7EDB004}" dt="2025-03-31T13:16:49.318" v="369" actId="47"/>
        <pc:sldMkLst>
          <pc:docMk/>
          <pc:sldMk cId="767040017" sldId="318"/>
        </pc:sldMkLst>
      </pc:sldChg>
      <pc:sldChg chg="add del">
        <pc:chgData name="順哉 徳重" userId="61863bed2814b00a" providerId="LiveId" clId="{96B03D5D-FE79-49E3-8B91-C046F7EDB004}" dt="2025-03-31T12:44:03.191" v="39" actId="2696"/>
        <pc:sldMkLst>
          <pc:docMk/>
          <pc:sldMk cId="2389802399" sldId="319"/>
        </pc:sldMkLst>
      </pc:sldChg>
      <pc:sldChg chg="new del">
        <pc:chgData name="順哉 徳重" userId="61863bed2814b00a" providerId="LiveId" clId="{96B03D5D-FE79-49E3-8B91-C046F7EDB004}" dt="2025-03-31T12:43:54.312" v="37" actId="2696"/>
        <pc:sldMkLst>
          <pc:docMk/>
          <pc:sldMk cId="2987281067" sldId="319"/>
        </pc:sldMkLst>
      </pc:sldChg>
      <pc:sldChg chg="addSp delSp modSp new mod">
        <pc:chgData name="順哉 徳重" userId="61863bed2814b00a" providerId="LiveId" clId="{96B03D5D-FE79-49E3-8B91-C046F7EDB004}" dt="2025-04-02T13:31:58.193" v="428" actId="2711"/>
        <pc:sldMkLst>
          <pc:docMk/>
          <pc:sldMk cId="1638014429" sldId="320"/>
        </pc:sldMkLst>
        <pc:spChg chg="add mod">
          <ac:chgData name="順哉 徳重" userId="61863bed2814b00a" providerId="LiveId" clId="{96B03D5D-FE79-49E3-8B91-C046F7EDB004}" dt="2025-04-02T13:31:58.193" v="428" actId="2711"/>
          <ac:spMkLst>
            <pc:docMk/>
            <pc:sldMk cId="1638014429" sldId="320"/>
            <ac:spMk id="2" creationId="{F94DE2C9-DAE8-E7CE-7A50-DA1771223315}"/>
          </ac:spMkLst>
        </pc:spChg>
      </pc:sldChg>
      <pc:sldChg chg="addSp delSp modSp add mod">
        <pc:chgData name="順哉 徳重" userId="61863bed2814b00a" providerId="LiveId" clId="{96B03D5D-FE79-49E3-8B91-C046F7EDB004}" dt="2025-04-02T13:54:58.249" v="484" actId="1076"/>
        <pc:sldMkLst>
          <pc:docMk/>
          <pc:sldMk cId="1291155482" sldId="321"/>
        </pc:sldMkLst>
        <pc:spChg chg="add mod">
          <ac:chgData name="順哉 徳重" userId="61863bed2814b00a" providerId="LiveId" clId="{96B03D5D-FE79-49E3-8B91-C046F7EDB004}" dt="2025-04-02T13:54:58.249" v="484" actId="1076"/>
          <ac:spMkLst>
            <pc:docMk/>
            <pc:sldMk cId="1291155482" sldId="321"/>
            <ac:spMk id="4" creationId="{DFF47C63-02B1-F229-BB7A-B871392D8D17}"/>
          </ac:spMkLst>
        </pc:spChg>
        <pc:spChg chg="add mod">
          <ac:chgData name="順哉 徳重" userId="61863bed2814b00a" providerId="LiveId" clId="{96B03D5D-FE79-49E3-8B91-C046F7EDB004}" dt="2025-04-02T13:54:41.962" v="482" actId="1076"/>
          <ac:spMkLst>
            <pc:docMk/>
            <pc:sldMk cId="1291155482" sldId="321"/>
            <ac:spMk id="5" creationId="{EF4EEB91-C992-9722-F90D-71204F966F24}"/>
          </ac:spMkLst>
        </pc:spChg>
      </pc:sldChg>
      <pc:sldChg chg="addSp delSp modSp add mod">
        <pc:chgData name="順哉 徳重" userId="61863bed2814b00a" providerId="LiveId" clId="{96B03D5D-FE79-49E3-8B91-C046F7EDB004}" dt="2025-04-02T14:10:17.584" v="646" actId="21"/>
        <pc:sldMkLst>
          <pc:docMk/>
          <pc:sldMk cId="1216323652" sldId="322"/>
        </pc:sldMkLst>
      </pc:sldChg>
      <pc:sldChg chg="addSp modSp add mod">
        <pc:chgData name="順哉 徳重" userId="61863bed2814b00a" providerId="LiveId" clId="{96B03D5D-FE79-49E3-8B91-C046F7EDB004}" dt="2025-04-02T14:15:00.159" v="824" actId="14100"/>
        <pc:sldMkLst>
          <pc:docMk/>
          <pc:sldMk cId="907298715" sldId="323"/>
        </pc:sldMkLst>
      </pc:sldChg>
      <pc:sldChg chg="addSp delSp modSp add mod">
        <pc:chgData name="順哉 徳重" userId="61863bed2814b00a" providerId="LiveId" clId="{96B03D5D-FE79-49E3-8B91-C046F7EDB004}" dt="2025-04-02T14:22:20.685" v="1078" actId="1076"/>
        <pc:sldMkLst>
          <pc:docMk/>
          <pc:sldMk cId="4168514780" sldId="324"/>
        </pc:sldMkLst>
      </pc:sldChg>
      <pc:sldChg chg="addSp modSp add mod">
        <pc:chgData name="順哉 徳重" userId="61863bed2814b00a" providerId="LiveId" clId="{96B03D5D-FE79-49E3-8B91-C046F7EDB004}" dt="2025-04-02T14:37:43.448" v="1259" actId="1076"/>
        <pc:sldMkLst>
          <pc:docMk/>
          <pc:sldMk cId="961056118" sldId="325"/>
        </pc:sldMkLst>
      </pc:sldChg>
      <pc:sldChg chg="addSp delSp modSp add mod">
        <pc:chgData name="順哉 徳重" userId="61863bed2814b00a" providerId="LiveId" clId="{96B03D5D-FE79-49E3-8B91-C046F7EDB004}" dt="2025-04-02T14:45:59.782" v="1447" actId="14100"/>
        <pc:sldMkLst>
          <pc:docMk/>
          <pc:sldMk cId="2909932432" sldId="326"/>
        </pc:sldMkLst>
      </pc:sldChg>
      <pc:sldChg chg="addSp delSp modSp add mod">
        <pc:chgData name="順哉 徳重" userId="61863bed2814b00a" providerId="LiveId" clId="{96B03D5D-FE79-49E3-8B91-C046F7EDB004}" dt="2025-04-02T14:52:17.166" v="1480" actId="14100"/>
        <pc:sldMkLst>
          <pc:docMk/>
          <pc:sldMk cId="3633470953" sldId="327"/>
        </pc:sldMkLst>
      </pc:sldChg>
      <pc:sldChg chg="addSp modSp add mod">
        <pc:chgData name="順哉 徳重" userId="61863bed2814b00a" providerId="LiveId" clId="{96B03D5D-FE79-49E3-8B91-C046F7EDB004}" dt="2025-04-02T14:52:59.076" v="1482" actId="1076"/>
        <pc:sldMkLst>
          <pc:docMk/>
          <pc:sldMk cId="328345514" sldId="328"/>
        </pc:sldMkLst>
      </pc:sldChg>
      <pc:sldChg chg="addSp modSp add mod">
        <pc:chgData name="順哉 徳重" userId="61863bed2814b00a" providerId="LiveId" clId="{96B03D5D-FE79-49E3-8B91-C046F7EDB004}" dt="2025-04-02T14:56:26.264" v="1544" actId="1076"/>
        <pc:sldMkLst>
          <pc:docMk/>
          <pc:sldMk cId="2509610040" sldId="329"/>
        </pc:sldMkLst>
      </pc:sldChg>
      <pc:sldChg chg="add del">
        <pc:chgData name="順哉 徳重" userId="61863bed2814b00a" providerId="LiveId" clId="{96B03D5D-FE79-49E3-8B91-C046F7EDB004}" dt="2025-04-02T14:55:22.931" v="1484" actId="47"/>
        <pc:sldMkLst>
          <pc:docMk/>
          <pc:sldMk cId="397347919" sldId="330"/>
        </pc:sldMkLst>
      </pc:sldChg>
      <pc:sldChg chg="add del">
        <pc:chgData name="順哉 徳重" userId="61863bed2814b00a" providerId="LiveId" clId="{96B03D5D-FE79-49E3-8B91-C046F7EDB004}" dt="2025-04-02T14:55:28.114" v="1486" actId="47"/>
        <pc:sldMkLst>
          <pc:docMk/>
          <pc:sldMk cId="3097613033" sldId="331"/>
        </pc:sldMkLst>
      </pc:sldChg>
      <pc:sldChg chg="add del">
        <pc:chgData name="順哉 徳重" userId="61863bed2814b00a" providerId="LiveId" clId="{96B03D5D-FE79-49E3-8B91-C046F7EDB004}" dt="2025-04-02T14:55:27.299" v="1485" actId="47"/>
        <pc:sldMkLst>
          <pc:docMk/>
          <pc:sldMk cId="3487830303" sldId="33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A5AD17-E5E0-76C9-F175-ED5246CB5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B5E3172-AEDD-45DF-3B51-227F05AC3A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4D879A-F6AD-7DBC-AA3F-64936DF34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1FCE-A6A5-4F66-880A-8CCA2CAF91D5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6A80EF-2885-CE3C-2FC2-71AD58FA4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76135B-2892-F0DD-7EDC-231F4D1B8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30DA-390A-4A3F-8446-E4C796BFE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047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B6D850-8A7B-C1E1-16A1-0025D4FF9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C3A789-77D9-6BE1-982A-DBA9400D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FC1728-F3F8-DEF1-EB8A-CE8ED0D50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1FCE-A6A5-4F66-880A-8CCA2CAF91D5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C840F8-40FE-06D5-3343-2271F615F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51D77B-05C8-FE1D-EA8B-D29981D9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30DA-390A-4A3F-8446-E4C796BFE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7240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EE8EAC-99FB-1034-D965-33E09DB3A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41AEFC-6ECA-17A7-4264-10A65E1BB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DC7F2C-A8CC-E3F3-3D75-8D0D5A18E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1FCE-A6A5-4F66-880A-8CCA2CAF91D5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725EB2-19A6-71F8-A926-F19E3D54F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1D4C2F-80C6-0CC5-F800-1BC853CF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30DA-390A-4A3F-8446-E4C796BFE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9639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2C30CB-05C0-1732-FFD9-1C80BE12A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ECC62B-950A-A26A-B832-DB386F58DB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A9D0237-EC1D-AB48-8E8F-F749C680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A64D6B1-5405-8F99-7788-8C97F7E73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1FCE-A6A5-4F66-880A-8CCA2CAF91D5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CBE0C5-59D0-71ED-F777-D7F970822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46FE45-8B45-64EA-C656-3B467503C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30DA-390A-4A3F-8446-E4C796BFE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3381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7FD46D-E4BA-D4AF-AB2B-28A76679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173488-747B-2A6F-B392-B708E53A3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8FC9D2-CFFB-E4AB-A9B4-19664E6F2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D6E7B48-100D-A2C6-5C60-48110AC044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9957765-2D07-3D88-C86F-8BB669993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5377E8A-8AED-4DA9-7BC1-C4A9130F0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1FCE-A6A5-4F66-880A-8CCA2CAF91D5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9BEE57E-8A43-B6B8-3BC6-991D0DD7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2121B4E-2ECD-C3F4-CCB1-802F57BD0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30DA-390A-4A3F-8446-E4C796BFE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4612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54D8B9-F911-A5AD-3D8C-5CFC059B1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FFC5757-7DE4-BD83-4CD1-27DD5FC96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1FCE-A6A5-4F66-880A-8CCA2CAF91D5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95FB724-02D5-DCF3-E968-DD09715D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B0A41A6-82E1-89A7-01EB-9AF16181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30DA-390A-4A3F-8446-E4C796BFE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123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FBCFC9F-23B2-6B17-C47B-4A3B5A59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1FCE-A6A5-4F66-880A-8CCA2CAF91D5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7654B65-748E-FB74-E3A4-71D993DD5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6171551-3ABA-2865-6FB7-602C5FC77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30DA-390A-4A3F-8446-E4C796BFE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7336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3277EB-0329-48BE-D10B-B1B19270C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DBE840-231A-2BCA-0D46-DC4BD1E09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016CE37-7B9B-0615-315D-EC20D9422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9015C10-D4D3-BB59-1A52-B6E5894B9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1FCE-A6A5-4F66-880A-8CCA2CAF91D5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ECF711-51BB-E813-A423-B07E93D2E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25D85E-AED3-5BA9-E1D4-A9B964226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30DA-390A-4A3F-8446-E4C796BFE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9691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208683-A2B1-32F6-BDA1-404BA5BC0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87FA10F-4144-4C53-163A-004A5AFEEE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1F6A60-48F7-293B-4D11-B20136A22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B94FA6-AF48-C932-94DA-D85F4F993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1FCE-A6A5-4F66-880A-8CCA2CAF91D5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4EB54F-0D81-02C5-19F9-501BAACC9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11B8F0-3F0B-C1BA-7548-CDDEAE853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30DA-390A-4A3F-8446-E4C796BFE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9187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72707A-F650-EABB-1D50-03428753E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14D8AA3-B6E4-5C2C-AE8B-589091033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8EC61F-76B0-959D-8827-7E5C888DB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1FCE-A6A5-4F66-880A-8CCA2CAF91D5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9F5CC0-1E0B-BC48-53E7-E50139BF3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EBBBEA-1BCB-AEF5-771D-1910654E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30DA-390A-4A3F-8446-E4C796BFE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5685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A053D8F-9F3C-7122-3833-3D7FDC657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A2D057B-50E1-5112-6217-97A036343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E56818-D08C-96B7-45BA-AA054509B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1FCE-A6A5-4F66-880A-8CCA2CAF91D5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3B4C03-BAAE-49AA-A914-7D58D0590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CCC023-7302-7AA5-65F2-4C4CE117A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B30DA-390A-4A3F-8446-E4C796BFE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6116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D810716-D06E-3B91-2F1C-A351E95CC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49C258-6E96-7654-E850-2EEBAF0E5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BE8AAA-E862-3BF8-7A6B-6BFE15CE3A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41FCE-A6A5-4F66-880A-8CCA2CAF91D5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C1A617-62B4-93AB-E203-7D5E4EB4C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D00581-3D4F-02E5-5D1D-CA2180ECB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B30DA-390A-4A3F-8446-E4C796BFEF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0163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telemetry.io/docs/what-is-opentelemetry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zenn.dev/yaizawa/articles/c8f16dcdbaedfb" TargetMode="External"/><Relationship Id="rId2" Type="http://schemas.openxmlformats.org/officeDocument/2006/relationships/hyperlink" Target="https://docs.aws.amazon.com/ja_jp/xray/latest/devguide/aws-xray.html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rafana.com/doc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80058D-49E3-AF83-0C38-2B9F69507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9320" y="2457974"/>
            <a:ext cx="9633358" cy="1144268"/>
          </a:xfrm>
        </p:spPr>
        <p:txBody>
          <a:bodyPr>
            <a:noAutofit/>
          </a:bodyPr>
          <a:lstStyle/>
          <a:p>
            <a:r>
              <a:rPr kumimoji="1" lang="ja-JP" altLang="en-US" sz="6600" dirty="0"/>
              <a:t>クラウド監視入門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E74ED7-8105-6C98-E82B-204A05B25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5650" y="4697834"/>
            <a:ext cx="4040697" cy="872455"/>
          </a:xfrm>
        </p:spPr>
        <p:txBody>
          <a:bodyPr>
            <a:noAutofit/>
          </a:bodyPr>
          <a:lstStyle/>
          <a:p>
            <a:r>
              <a:rPr kumimoji="1" lang="ja-JP" altLang="en-US" sz="4800" dirty="0"/>
              <a:t>徳重順哉</a:t>
            </a:r>
          </a:p>
        </p:txBody>
      </p:sp>
    </p:spTree>
    <p:extLst>
      <p:ext uri="{BB962C8B-B14F-4D97-AF65-F5344CB8AC3E}">
        <p14:creationId xmlns:p14="http://schemas.microsoft.com/office/powerpoint/2010/main" val="15282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23009D1-A597-F9AB-C219-5C89D73D780C}"/>
              </a:ext>
            </a:extLst>
          </p:cNvPr>
          <p:cNvSpPr txBox="1"/>
          <p:nvPr/>
        </p:nvSpPr>
        <p:spPr>
          <a:xfrm>
            <a:off x="453004" y="479810"/>
            <a:ext cx="72480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/>
              <a:t>クラウド監視の</a:t>
            </a:r>
            <a:r>
              <a:rPr kumimoji="1" lang="en-US" altLang="ja-JP" sz="4800" dirty="0"/>
              <a:t>3</a:t>
            </a:r>
            <a:r>
              <a:rPr kumimoji="1" lang="ja-JP" altLang="en-US" sz="4800" dirty="0"/>
              <a:t>つの柱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07B7325-47D5-93BB-DA40-BD450F27FA29}"/>
              </a:ext>
            </a:extLst>
          </p:cNvPr>
          <p:cNvSpPr txBox="1"/>
          <p:nvPr/>
        </p:nvSpPr>
        <p:spPr>
          <a:xfrm>
            <a:off x="453005" y="1798280"/>
            <a:ext cx="99157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500" dirty="0"/>
              <a:t>・メトリクス：何が起きているのかを把握する</a:t>
            </a:r>
            <a:br>
              <a:rPr kumimoji="1" lang="en-US" altLang="ja-JP" sz="3500" dirty="0"/>
            </a:br>
            <a:r>
              <a:rPr kumimoji="1" lang="en-US" altLang="ja-JP" sz="3500" dirty="0"/>
              <a:t>(</a:t>
            </a:r>
            <a:r>
              <a:rPr kumimoji="1" lang="ja-JP" altLang="en-US" sz="3500" dirty="0"/>
              <a:t>応答時間、メモリ使用率など</a:t>
            </a:r>
            <a:r>
              <a:rPr kumimoji="1" lang="en-US" altLang="ja-JP" sz="3500" dirty="0"/>
              <a:t>)</a:t>
            </a:r>
            <a:endParaRPr kumimoji="1" lang="ja-JP" altLang="en-US" sz="35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2C6A95B-0D87-26B7-27D6-7528B9CEFC0C}"/>
              </a:ext>
            </a:extLst>
          </p:cNvPr>
          <p:cNvSpPr txBox="1"/>
          <p:nvPr/>
        </p:nvSpPr>
        <p:spPr>
          <a:xfrm>
            <a:off x="453005" y="3199940"/>
            <a:ext cx="109811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500" dirty="0"/>
              <a:t>・トレース</a:t>
            </a:r>
            <a:r>
              <a:rPr kumimoji="1" lang="ja-JP" altLang="en-US" sz="3500" dirty="0"/>
              <a:t>： どこで起きているのかを知る</a:t>
            </a:r>
            <a:br>
              <a:rPr kumimoji="1" lang="en-US" altLang="ja-JP" sz="3500" dirty="0"/>
            </a:br>
            <a:r>
              <a:rPr kumimoji="1" lang="en-US" altLang="ja-JP" sz="3500" dirty="0"/>
              <a:t>(</a:t>
            </a:r>
            <a:r>
              <a:rPr kumimoji="1" lang="ja-JP" altLang="en-US" sz="3500" dirty="0"/>
              <a:t>サービス間のリクエスト情報など</a:t>
            </a:r>
            <a:r>
              <a:rPr kumimoji="1" lang="en-US" altLang="ja-JP" sz="3500" dirty="0"/>
              <a:t>)</a:t>
            </a:r>
            <a:endParaRPr kumimoji="1" lang="ja-JP" altLang="en-US" sz="35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6B9623E-827E-8432-A881-D81163402EA9}"/>
              </a:ext>
            </a:extLst>
          </p:cNvPr>
          <p:cNvSpPr txBox="1"/>
          <p:nvPr/>
        </p:nvSpPr>
        <p:spPr>
          <a:xfrm>
            <a:off x="521515" y="4601601"/>
            <a:ext cx="95131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500" dirty="0"/>
              <a:t>・ログ</a:t>
            </a:r>
            <a:r>
              <a:rPr kumimoji="1" lang="ja-JP" altLang="en-US" sz="3500" dirty="0"/>
              <a:t>： なぜ発生したのかを突き止める</a:t>
            </a:r>
            <a:br>
              <a:rPr kumimoji="1" lang="en-US" altLang="ja-JP" sz="3500" dirty="0"/>
            </a:br>
            <a:r>
              <a:rPr kumimoji="1" lang="en-US" altLang="ja-JP" sz="3500" dirty="0"/>
              <a:t>(</a:t>
            </a:r>
            <a:r>
              <a:rPr kumimoji="1" lang="ja-JP" altLang="en-US" sz="3500" dirty="0"/>
              <a:t>エラーログなど</a:t>
            </a:r>
            <a:r>
              <a:rPr kumimoji="1" lang="en-US" altLang="ja-JP" sz="3500" dirty="0"/>
              <a:t>)</a:t>
            </a:r>
            <a:endParaRPr kumimoji="1" lang="ja-JP" altLang="en-US" sz="3500" dirty="0"/>
          </a:p>
        </p:txBody>
      </p:sp>
    </p:spTree>
    <p:extLst>
      <p:ext uri="{BB962C8B-B14F-4D97-AF65-F5344CB8AC3E}">
        <p14:creationId xmlns:p14="http://schemas.microsoft.com/office/powerpoint/2010/main" val="595843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3CF10-BD03-D4BB-AC4B-3BC9AB431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543877-01A1-7893-E176-7B0A2368858C}"/>
              </a:ext>
            </a:extLst>
          </p:cNvPr>
          <p:cNvSpPr txBox="1"/>
          <p:nvPr/>
        </p:nvSpPr>
        <p:spPr>
          <a:xfrm>
            <a:off x="453004" y="479810"/>
            <a:ext cx="72480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/>
              <a:t>サービス例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A22278-50E6-DFE5-4A0E-DB6EED6BED85}"/>
              </a:ext>
            </a:extLst>
          </p:cNvPr>
          <p:cNvSpPr txBox="1"/>
          <p:nvPr/>
        </p:nvSpPr>
        <p:spPr>
          <a:xfrm>
            <a:off x="453004" y="1798280"/>
            <a:ext cx="111238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500" dirty="0"/>
              <a:t>・メトリクス：</a:t>
            </a:r>
            <a:r>
              <a:rPr kumimoji="1" lang="en-US" altLang="ja-JP" sz="3500" b="1" dirty="0">
                <a:solidFill>
                  <a:srgbClr val="FF0000"/>
                </a:solidFill>
              </a:rPr>
              <a:t>CloudWatch Metrics</a:t>
            </a:r>
            <a:br>
              <a:rPr kumimoji="1" lang="en-US" altLang="ja-JP" sz="3500" b="1" dirty="0">
                <a:solidFill>
                  <a:srgbClr val="FF0000"/>
                </a:solidFill>
              </a:rPr>
            </a:br>
            <a:r>
              <a:rPr kumimoji="1" lang="en-US" altLang="ja-JP" sz="3500" b="1" dirty="0">
                <a:solidFill>
                  <a:srgbClr val="FF0000"/>
                </a:solidFill>
              </a:rPr>
              <a:t>                         </a:t>
            </a:r>
            <a:r>
              <a:rPr lang="en-US" altLang="ja-JP" sz="2600" dirty="0"/>
              <a:t>Container </a:t>
            </a:r>
            <a:r>
              <a:rPr lang="en-US" altLang="ja-JP" sz="2600" dirty="0" err="1"/>
              <a:t>Insights,</a:t>
            </a:r>
            <a:r>
              <a:rPr lang="en-US" altLang="ja-JP" sz="2600" dirty="0" err="1">
                <a:solidFill>
                  <a:schemeClr val="accent1"/>
                </a:solidFill>
              </a:rPr>
              <a:t>Prometheus</a:t>
            </a:r>
            <a:r>
              <a:rPr lang="en-US" altLang="ja-JP" sz="2600" dirty="0" err="1"/>
              <a:t>,Datadog</a:t>
            </a:r>
            <a:r>
              <a:rPr lang="en-US" altLang="ja-JP" sz="2600" dirty="0"/>
              <a:t> Metrics</a:t>
            </a:r>
            <a:endParaRPr kumimoji="1" lang="ja-JP" altLang="en-US" sz="2600" b="1" dirty="0">
              <a:solidFill>
                <a:srgbClr val="FF0000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94A50AD-6114-B431-6FBC-3616DDFDFF12}"/>
              </a:ext>
            </a:extLst>
          </p:cNvPr>
          <p:cNvSpPr txBox="1"/>
          <p:nvPr/>
        </p:nvSpPr>
        <p:spPr>
          <a:xfrm>
            <a:off x="453004" y="3113529"/>
            <a:ext cx="109811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500" dirty="0"/>
              <a:t>・トレース</a:t>
            </a:r>
            <a:r>
              <a:rPr kumimoji="1" lang="ja-JP" altLang="en-US" sz="3500" dirty="0"/>
              <a:t>：</a:t>
            </a:r>
            <a:r>
              <a:rPr kumimoji="1" lang="en-US" altLang="ja-JP" sz="3500" b="1" dirty="0">
                <a:solidFill>
                  <a:srgbClr val="FF0000"/>
                </a:solidFill>
              </a:rPr>
              <a:t>AWS X-ray</a:t>
            </a:r>
            <a:br>
              <a:rPr kumimoji="1" lang="en-US" altLang="ja-JP" sz="3500" b="1" dirty="0">
                <a:solidFill>
                  <a:srgbClr val="FF0000"/>
                </a:solidFill>
              </a:rPr>
            </a:br>
            <a:r>
              <a:rPr kumimoji="1" lang="en-US" altLang="ja-JP" sz="3500" b="1" dirty="0">
                <a:solidFill>
                  <a:srgbClr val="FF0000"/>
                </a:solidFill>
              </a:rPr>
              <a:t>                     </a:t>
            </a:r>
            <a:r>
              <a:rPr lang="en-US" altLang="ja-JP" sz="2500" dirty="0">
                <a:solidFill>
                  <a:schemeClr val="accent1"/>
                </a:solidFill>
              </a:rPr>
              <a:t>Grafana Tempo</a:t>
            </a:r>
            <a:r>
              <a:rPr lang="en-US" altLang="ja-JP" sz="2500" dirty="0"/>
              <a:t>, Jaeger,</a:t>
            </a:r>
            <a:r>
              <a:rPr lang="en-US" altLang="ja-JP" sz="2800" dirty="0"/>
              <a:t> Datadog APM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DFC1A1-BD19-FDBE-1577-C541D041DA26}"/>
              </a:ext>
            </a:extLst>
          </p:cNvPr>
          <p:cNvSpPr txBox="1"/>
          <p:nvPr/>
        </p:nvSpPr>
        <p:spPr>
          <a:xfrm>
            <a:off x="453004" y="4428778"/>
            <a:ext cx="11509697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500" dirty="0"/>
              <a:t>・ログ</a:t>
            </a:r>
            <a:r>
              <a:rPr kumimoji="1" lang="ja-JP" altLang="en-US" sz="3500" dirty="0"/>
              <a:t>：</a:t>
            </a:r>
            <a:r>
              <a:rPr kumimoji="1" lang="en-US" altLang="ja-JP" sz="3500" b="1" dirty="0" err="1">
                <a:solidFill>
                  <a:srgbClr val="FF0000"/>
                </a:solidFill>
              </a:rPr>
              <a:t>CloudWatchLogs</a:t>
            </a:r>
            <a:endParaRPr kumimoji="1" lang="en-US" altLang="ja-JP" sz="3500" b="1" dirty="0">
              <a:solidFill>
                <a:srgbClr val="FF0000"/>
              </a:solidFill>
            </a:endParaRPr>
          </a:p>
          <a:p>
            <a:r>
              <a:rPr lang="en-US" altLang="ja-JP" sz="3500" b="1" dirty="0">
                <a:solidFill>
                  <a:srgbClr val="FF0000"/>
                </a:solidFill>
              </a:rPr>
              <a:t>              </a:t>
            </a:r>
            <a:r>
              <a:rPr lang="en-US" altLang="ja-JP" sz="2500" dirty="0" err="1">
                <a:solidFill>
                  <a:srgbClr val="00B050"/>
                </a:solidFill>
              </a:rPr>
              <a:t>FireLens</a:t>
            </a:r>
            <a:r>
              <a:rPr lang="en-US" altLang="ja-JP" sz="2500" dirty="0">
                <a:solidFill>
                  <a:srgbClr val="00B050"/>
                </a:solidFill>
              </a:rPr>
              <a:t> (Fluent Bit/</a:t>
            </a:r>
            <a:r>
              <a:rPr lang="en-US" altLang="ja-JP" sz="2500" dirty="0" err="1">
                <a:solidFill>
                  <a:srgbClr val="00B050"/>
                </a:solidFill>
              </a:rPr>
              <a:t>Fluentd</a:t>
            </a:r>
            <a:r>
              <a:rPr lang="en-US" altLang="ja-JP" sz="2500" dirty="0">
                <a:solidFill>
                  <a:srgbClr val="00B050"/>
                </a:solidFill>
              </a:rPr>
              <a:t>)</a:t>
            </a:r>
            <a:r>
              <a:rPr lang="en-US" altLang="ja-JP" sz="2500" dirty="0"/>
              <a:t>,</a:t>
            </a:r>
            <a:r>
              <a:rPr lang="en-US" altLang="ja-JP" sz="2500" dirty="0">
                <a:solidFill>
                  <a:srgbClr val="0070C0"/>
                </a:solidFill>
              </a:rPr>
              <a:t>Grafana</a:t>
            </a:r>
            <a:r>
              <a:rPr lang="en-US" altLang="ja-JP" sz="2500" dirty="0"/>
              <a:t> </a:t>
            </a:r>
            <a:r>
              <a:rPr lang="en-US" altLang="ja-JP" sz="2500" dirty="0">
                <a:solidFill>
                  <a:schemeClr val="accent1"/>
                </a:solidFill>
              </a:rPr>
              <a:t>Loki</a:t>
            </a:r>
            <a:r>
              <a:rPr lang="en-US" altLang="ja-JP" sz="2500" dirty="0"/>
              <a:t>, </a:t>
            </a:r>
          </a:p>
          <a:p>
            <a:r>
              <a:rPr lang="en-US" altLang="ja-JP" sz="2500" dirty="0"/>
              <a:t>                   </a:t>
            </a:r>
            <a:r>
              <a:rPr lang="en-US" altLang="ja-JP" sz="2500" dirty="0">
                <a:solidFill>
                  <a:srgbClr val="00B050"/>
                </a:solidFill>
              </a:rPr>
              <a:t>Elastic Stack (Elasticsearch + Kibana)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F4EEB91-C992-9722-F90D-71204F966F24}"/>
              </a:ext>
            </a:extLst>
          </p:cNvPr>
          <p:cNvSpPr txBox="1"/>
          <p:nvPr/>
        </p:nvSpPr>
        <p:spPr>
          <a:xfrm>
            <a:off x="8196043" y="337333"/>
            <a:ext cx="389249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600" dirty="0">
                <a:solidFill>
                  <a:srgbClr val="FF0000"/>
                </a:solidFill>
              </a:rPr>
              <a:t>本ハンズオンで使用</a:t>
            </a:r>
            <a:endParaRPr lang="en-US" altLang="ja-JP" sz="2600" dirty="0">
              <a:solidFill>
                <a:srgbClr val="FF0000"/>
              </a:solidFill>
            </a:endParaRPr>
          </a:p>
          <a:p>
            <a:r>
              <a:rPr kumimoji="1" lang="ja-JP" altLang="en-US" sz="2600" dirty="0">
                <a:solidFill>
                  <a:schemeClr val="accent1"/>
                </a:solidFill>
              </a:rPr>
              <a:t>ベンダーロックイン回避</a:t>
            </a:r>
            <a:endParaRPr kumimoji="1" lang="en-US" altLang="ja-JP" sz="2600" dirty="0">
              <a:solidFill>
                <a:schemeClr val="accent1"/>
              </a:solidFill>
            </a:endParaRPr>
          </a:p>
          <a:p>
            <a:r>
              <a:rPr kumimoji="1" lang="ja-JP" altLang="en-US" sz="2600" dirty="0">
                <a:solidFill>
                  <a:srgbClr val="00B050"/>
                </a:solidFill>
              </a:rPr>
              <a:t>ログ特化</a:t>
            </a:r>
            <a:r>
              <a:rPr kumimoji="1" lang="en-US" altLang="ja-JP" sz="2600" dirty="0">
                <a:solidFill>
                  <a:srgbClr val="00B050"/>
                </a:solidFill>
              </a:rPr>
              <a:t>(</a:t>
            </a:r>
            <a:r>
              <a:rPr kumimoji="1" lang="ja-JP" altLang="en-US" sz="2600" dirty="0">
                <a:solidFill>
                  <a:srgbClr val="00B050"/>
                </a:solidFill>
              </a:rPr>
              <a:t>全文検索など</a:t>
            </a:r>
            <a:r>
              <a:rPr kumimoji="1" lang="en-US" altLang="ja-JP" sz="2600" dirty="0">
                <a:solidFill>
                  <a:srgbClr val="00B050"/>
                </a:solidFill>
              </a:rPr>
              <a:t>)</a:t>
            </a:r>
            <a:endParaRPr kumimoji="1" lang="ja-JP" altLang="en-US" sz="2600" dirty="0">
              <a:solidFill>
                <a:srgbClr val="00B050"/>
              </a:solidFill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997B3BA-13BD-4FC7-B952-648351EFE8DB}"/>
              </a:ext>
            </a:extLst>
          </p:cNvPr>
          <p:cNvSpPr/>
          <p:nvPr/>
        </p:nvSpPr>
        <p:spPr>
          <a:xfrm>
            <a:off x="8112154" y="218114"/>
            <a:ext cx="3892492" cy="1554272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72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92C4A-1989-8C50-A7D9-B75A8B39C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FF47C63-02B1-F229-BB7A-B871392D8D17}"/>
              </a:ext>
            </a:extLst>
          </p:cNvPr>
          <p:cNvSpPr txBox="1"/>
          <p:nvPr/>
        </p:nvSpPr>
        <p:spPr>
          <a:xfrm>
            <a:off x="484814" y="480865"/>
            <a:ext cx="1122237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dirty="0" err="1"/>
              <a:t>OpenTelemetry</a:t>
            </a:r>
            <a:r>
              <a:rPr lang="ja-JP" altLang="en-US" sz="2800" dirty="0"/>
              <a:t>（</a:t>
            </a:r>
            <a:r>
              <a:rPr lang="en-US" altLang="ja-JP" sz="2800" dirty="0" err="1"/>
              <a:t>OTel</a:t>
            </a:r>
            <a:r>
              <a:rPr lang="ja-JP" altLang="en-US" sz="2800" dirty="0"/>
              <a:t>）とは？</a:t>
            </a:r>
            <a:br>
              <a:rPr lang="en-US" altLang="ja-JP" sz="2800" dirty="0"/>
            </a:br>
            <a:r>
              <a:rPr lang="ja-JP" altLang="en-US" sz="2800" dirty="0"/>
              <a:t>・クラウドネイティブ時代の “可観測性の標準規格”</a:t>
            </a:r>
          </a:p>
          <a:p>
            <a:r>
              <a:rPr lang="ja-JP" altLang="en-US" sz="2800" dirty="0"/>
              <a:t>・</a:t>
            </a:r>
            <a:r>
              <a:rPr lang="en-US" altLang="ja-JP" sz="2800" dirty="0"/>
              <a:t>CNCF</a:t>
            </a:r>
            <a:r>
              <a:rPr lang="ja-JP" altLang="en-US" sz="2800" dirty="0"/>
              <a:t>（</a:t>
            </a:r>
            <a:r>
              <a:rPr lang="en-US" altLang="ja-JP" sz="2800" dirty="0"/>
              <a:t>Cloud Native Computing Foundation</a:t>
            </a:r>
            <a:r>
              <a:rPr lang="ja-JP" altLang="en-US" sz="2800" dirty="0"/>
              <a:t>）が策定</a:t>
            </a:r>
          </a:p>
          <a:p>
            <a:r>
              <a:rPr lang="ja-JP" altLang="en-US" sz="2800" dirty="0"/>
              <a:t>・ベンダーロックインを避けるための 共通 </a:t>
            </a:r>
            <a:r>
              <a:rPr lang="en-US" altLang="ja-JP" sz="2800" dirty="0"/>
              <a:t>API / SDK / </a:t>
            </a:r>
            <a:r>
              <a:rPr lang="ja-JP" altLang="en-US" sz="2800" dirty="0"/>
              <a:t>データ形式</a:t>
            </a:r>
          </a:p>
          <a:p>
            <a:r>
              <a:rPr lang="ja-JP" altLang="en-US" sz="2800" dirty="0"/>
              <a:t>・</a:t>
            </a:r>
            <a:r>
              <a:rPr lang="en-US" altLang="ja-JP" sz="2800" dirty="0"/>
              <a:t>Logs / Metrics / Traces </a:t>
            </a:r>
            <a:r>
              <a:rPr lang="ja-JP" altLang="en-US" sz="2800" dirty="0"/>
              <a:t>を 統一フォーマットで扱える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3509609-40FD-6626-D58E-CCED6D6D0D49}"/>
              </a:ext>
            </a:extLst>
          </p:cNvPr>
          <p:cNvSpPr txBox="1"/>
          <p:nvPr/>
        </p:nvSpPr>
        <p:spPr>
          <a:xfrm>
            <a:off x="606104" y="2670068"/>
            <a:ext cx="75899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dirty="0">
                <a:hlinkClick r:id="rId2"/>
              </a:rPr>
              <a:t>What is </a:t>
            </a:r>
            <a:r>
              <a:rPr lang="en-US" altLang="ja-JP" sz="2800" dirty="0" err="1">
                <a:hlinkClick r:id="rId2"/>
              </a:rPr>
              <a:t>OpenTelemetry</a:t>
            </a:r>
            <a:r>
              <a:rPr lang="en-US" altLang="ja-JP" sz="2800" dirty="0">
                <a:hlinkClick r:id="rId2"/>
              </a:rPr>
              <a:t>? | </a:t>
            </a:r>
            <a:r>
              <a:rPr lang="en-US" altLang="ja-JP" sz="2800" dirty="0" err="1">
                <a:hlinkClick r:id="rId2"/>
              </a:rPr>
              <a:t>OpenTelemetry</a:t>
            </a:r>
            <a:endParaRPr lang="ja-JP" altLang="en-US" sz="28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DFC2949-774A-38BE-A679-37B9AE552504}"/>
              </a:ext>
            </a:extLst>
          </p:cNvPr>
          <p:cNvSpPr txBox="1"/>
          <p:nvPr/>
        </p:nvSpPr>
        <p:spPr>
          <a:xfrm>
            <a:off x="547381" y="3429000"/>
            <a:ext cx="1098748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/>
              <a:t>Collectorとは？</a:t>
            </a:r>
          </a:p>
          <a:p>
            <a:r>
              <a:rPr lang="ja-JP" altLang="en-US" sz="2000" dirty="0"/>
              <a:t>役割：「集めて、加工して、届ける」仲介役</a:t>
            </a:r>
          </a:p>
          <a:p>
            <a:r>
              <a:rPr lang="ja-JP" altLang="en-US" sz="2000" dirty="0"/>
              <a:t>アプリケーションと観測ツール（AWS等）の間に入る</a:t>
            </a:r>
          </a:p>
          <a:p>
            <a:r>
              <a:rPr lang="ja-JP" altLang="en-US" sz="2000" dirty="0"/>
              <a:t>3つの主要機能（Pipeline）:</a:t>
            </a:r>
          </a:p>
          <a:p>
            <a:r>
              <a:rPr lang="ja-JP" altLang="en-US" sz="2000" dirty="0"/>
              <a:t>Receivers: アプリやインフラからデータを受け取る</a:t>
            </a:r>
          </a:p>
          <a:p>
            <a:r>
              <a:rPr lang="ja-JP" altLang="en-US" sz="2000" dirty="0"/>
              <a:t>Processors: データの加工（不要なログの除外、機密情報のマスク、属性の付与）</a:t>
            </a:r>
          </a:p>
          <a:p>
            <a:r>
              <a:rPr lang="ja-JP" altLang="en-US" sz="2000" dirty="0"/>
              <a:t>Exporters: データを適切な形式に変換して、CloudWatchなどに送信する</a:t>
            </a:r>
          </a:p>
          <a:p>
            <a:r>
              <a:rPr lang="ja-JP" altLang="en-US" sz="2000" dirty="0"/>
              <a:t>導入のメリット:</a:t>
            </a:r>
          </a:p>
          <a:p>
            <a:r>
              <a:rPr lang="ja-JP" altLang="en-US" sz="2000" dirty="0"/>
              <a:t>アプリ側に送信先の知識を持たせなくて済む（疎結合）</a:t>
            </a:r>
          </a:p>
          <a:p>
            <a:r>
              <a:rPr lang="ja-JP" altLang="en-US" sz="2000" dirty="0"/>
              <a:t>設定（YAML）を変えるだけで、コードを書き換えずに送信先を増やしたり変更したりできる</a:t>
            </a:r>
          </a:p>
        </p:txBody>
      </p:sp>
    </p:spTree>
    <p:extLst>
      <p:ext uri="{BB962C8B-B14F-4D97-AF65-F5344CB8AC3E}">
        <p14:creationId xmlns:p14="http://schemas.microsoft.com/office/powerpoint/2010/main" val="1291155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A1657-BA17-00FB-2E1D-3AAC4834F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8B78CDE-2874-D100-8714-0A6BB284E48D}"/>
              </a:ext>
            </a:extLst>
          </p:cNvPr>
          <p:cNvSpPr txBox="1"/>
          <p:nvPr/>
        </p:nvSpPr>
        <p:spPr>
          <a:xfrm>
            <a:off x="276837" y="366948"/>
            <a:ext cx="3858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AWS X-Ray</a:t>
            </a:r>
            <a:r>
              <a:rPr kumimoji="1" lang="ja-JP" altLang="en-US" sz="3200" dirty="0"/>
              <a:t>とは？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6AFDBCF-5FF8-426B-6771-8D0B0F4B8B91}"/>
              </a:ext>
            </a:extLst>
          </p:cNvPr>
          <p:cNvSpPr txBox="1"/>
          <p:nvPr/>
        </p:nvSpPr>
        <p:spPr>
          <a:xfrm>
            <a:off x="276837" y="2064704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2"/>
              </a:rPr>
              <a:t>AWS X-Ray </a:t>
            </a:r>
            <a:r>
              <a:rPr lang="ja-JP" altLang="en-US" dirty="0">
                <a:hlinkClick r:id="rId2"/>
              </a:rPr>
              <a:t>とは </a:t>
            </a:r>
            <a:r>
              <a:rPr lang="en-US" altLang="ja-JP" dirty="0">
                <a:hlinkClick r:id="rId2"/>
              </a:rPr>
              <a:t>- AWS X-Ray</a:t>
            </a:r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FD80D6C-4E66-0370-CA8E-223D4F622FF8}"/>
              </a:ext>
            </a:extLst>
          </p:cNvPr>
          <p:cNvSpPr txBox="1"/>
          <p:nvPr/>
        </p:nvSpPr>
        <p:spPr>
          <a:xfrm>
            <a:off x="276837" y="951723"/>
            <a:ext cx="116383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/>
              <a:t>アプリケーション内部の処理を “可視化” するための分散トレーシングサービス。</a:t>
            </a:r>
            <a:r>
              <a:rPr lang="ja-JP" altLang="en-US" dirty="0"/>
              <a:t> リクエストがどのサービスを通り、どこで遅延やエラーが発生したかを </a:t>
            </a:r>
            <a:r>
              <a:rPr lang="ja-JP" altLang="en-US" b="1" dirty="0"/>
              <a:t>サービスマップ</a:t>
            </a:r>
            <a:r>
              <a:rPr lang="ja-JP" altLang="en-US" dirty="0"/>
              <a:t> と </a:t>
            </a:r>
            <a:r>
              <a:rPr lang="ja-JP" altLang="en-US" b="1" dirty="0"/>
              <a:t>トレース</a:t>
            </a:r>
            <a:r>
              <a:rPr lang="ja-JP" altLang="en-US" dirty="0"/>
              <a:t> で確認できる。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9C5B6F0-012E-81EC-DB08-9B96170025DA}"/>
              </a:ext>
            </a:extLst>
          </p:cNvPr>
          <p:cNvSpPr txBox="1"/>
          <p:nvPr/>
        </p:nvSpPr>
        <p:spPr>
          <a:xfrm>
            <a:off x="276837" y="1646713"/>
            <a:ext cx="7178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b="1" dirty="0"/>
              <a:t>X-Ray </a:t>
            </a:r>
            <a:r>
              <a:rPr lang="ja-JP" altLang="en-US" b="1" dirty="0"/>
              <a:t>トレースヘッダー</a:t>
            </a:r>
            <a:r>
              <a:rPr lang="ja-JP" altLang="en-US" dirty="0">
                <a:effectLst/>
              </a:rPr>
              <a:t> </a:t>
            </a:r>
            <a:r>
              <a:rPr lang="en-US" altLang="ja-JP" dirty="0">
                <a:effectLst/>
                <a:latin typeface="Courier New" panose="02070309020205020404" pitchFamily="49" charset="0"/>
              </a:rPr>
              <a:t>X-</a:t>
            </a:r>
            <a:r>
              <a:rPr lang="en-US" altLang="ja-JP" dirty="0" err="1">
                <a:effectLst/>
                <a:latin typeface="Courier New" panose="02070309020205020404" pitchFamily="49" charset="0"/>
              </a:rPr>
              <a:t>Amzn</a:t>
            </a:r>
            <a:r>
              <a:rPr lang="en-US" altLang="ja-JP" dirty="0">
                <a:effectLst/>
                <a:latin typeface="Courier New" panose="02070309020205020404" pitchFamily="49" charset="0"/>
              </a:rPr>
              <a:t>-Trace-Id</a:t>
            </a:r>
            <a:r>
              <a:rPr lang="ja-JP" altLang="en-US" dirty="0">
                <a:effectLst/>
              </a:rPr>
              <a:t> を使って追跡する</a:t>
            </a:r>
            <a:endParaRPr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1985CD4-44EC-C672-02C5-886F2EB99EAC}"/>
              </a:ext>
            </a:extLst>
          </p:cNvPr>
          <p:cNvSpPr txBox="1"/>
          <p:nvPr/>
        </p:nvSpPr>
        <p:spPr>
          <a:xfrm>
            <a:off x="276837" y="3205575"/>
            <a:ext cx="108637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/>
              <a:t>OpenTelemetry</a:t>
            </a:r>
            <a:r>
              <a:rPr lang="ja-JP" altLang="en-US" dirty="0"/>
              <a:t>（</a:t>
            </a:r>
            <a:r>
              <a:rPr lang="en-US" altLang="ja-JP" dirty="0" err="1"/>
              <a:t>OTel</a:t>
            </a:r>
            <a:r>
              <a:rPr lang="ja-JP" altLang="en-US" dirty="0"/>
              <a:t>）を </a:t>
            </a:r>
            <a:r>
              <a:rPr lang="en-US" altLang="ja-JP" dirty="0"/>
              <a:t>AWS </a:t>
            </a:r>
            <a:r>
              <a:rPr lang="ja-JP" altLang="en-US" dirty="0"/>
              <a:t>向けに最適化した公式ディストリビューション。 アプリから収集した メトリクス・ログ・トレース を </a:t>
            </a:r>
            <a:r>
              <a:rPr lang="en-US" altLang="ja-JP" dirty="0"/>
              <a:t>AWS </a:t>
            </a:r>
            <a:r>
              <a:rPr lang="ja-JP" altLang="en-US" dirty="0"/>
              <a:t>の各サービス（</a:t>
            </a:r>
            <a:r>
              <a:rPr lang="en-US" altLang="ja-JP" dirty="0"/>
              <a:t>CloudWatch / X-Ray / Prometheus / S3 </a:t>
            </a:r>
            <a:r>
              <a:rPr lang="ja-JP" altLang="en-US" dirty="0"/>
              <a:t>など）へ 安全・効率的に送るための統合パイプライン。</a:t>
            </a:r>
            <a:endParaRPr lang="ja-JP" altLang="en-US" i="0" dirty="0">
              <a:effectLst/>
              <a:latin typeface="-apple-system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1807551-B349-48A2-5828-A7B48A74BCFE}"/>
              </a:ext>
            </a:extLst>
          </p:cNvPr>
          <p:cNvSpPr txBox="1"/>
          <p:nvPr/>
        </p:nvSpPr>
        <p:spPr>
          <a:xfrm>
            <a:off x="276837" y="4128905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3"/>
              </a:rPr>
              <a:t>AWS Distro for </a:t>
            </a:r>
            <a:r>
              <a:rPr lang="en-US" altLang="ja-JP" dirty="0" err="1">
                <a:hlinkClick r:id="rId3"/>
              </a:rPr>
              <a:t>OpenTelemetry</a:t>
            </a:r>
            <a:r>
              <a:rPr lang="ja-JP" altLang="en-US" dirty="0">
                <a:hlinkClick r:id="rId3"/>
              </a:rPr>
              <a:t>（</a:t>
            </a:r>
            <a:r>
              <a:rPr lang="en-US" altLang="ja-JP" dirty="0">
                <a:hlinkClick r:id="rId3"/>
              </a:rPr>
              <a:t>ADOT</a:t>
            </a:r>
            <a:r>
              <a:rPr lang="ja-JP" altLang="en-US" dirty="0">
                <a:hlinkClick r:id="rId3"/>
              </a:rPr>
              <a:t>）とは何か？</a:t>
            </a:r>
            <a:endParaRPr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EC36278-50FA-DB67-9C3E-DB79787A0138}"/>
              </a:ext>
            </a:extLst>
          </p:cNvPr>
          <p:cNvSpPr txBox="1"/>
          <p:nvPr/>
        </p:nvSpPr>
        <p:spPr>
          <a:xfrm>
            <a:off x="276837" y="2620800"/>
            <a:ext cx="96725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/>
              <a:t>ADOT</a:t>
            </a:r>
            <a:r>
              <a:rPr lang="ja-JP" altLang="en-US" sz="3200" dirty="0"/>
              <a:t>（</a:t>
            </a:r>
            <a:r>
              <a:rPr lang="en-US" altLang="ja-JP" sz="3200" dirty="0"/>
              <a:t>AWS Distro for </a:t>
            </a:r>
            <a:r>
              <a:rPr lang="en-US" altLang="ja-JP" sz="3200" dirty="0" err="1"/>
              <a:t>OpenTelemetry</a:t>
            </a:r>
            <a:r>
              <a:rPr lang="ja-JP" altLang="en-US" sz="3200" dirty="0"/>
              <a:t>）とは？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F5EB125-382D-F945-D414-64A79B3AC5A1}"/>
              </a:ext>
            </a:extLst>
          </p:cNvPr>
          <p:cNvSpPr txBox="1"/>
          <p:nvPr/>
        </p:nvSpPr>
        <p:spPr>
          <a:xfrm>
            <a:off x="276837" y="5248136"/>
            <a:ext cx="113251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dirty="0">
                <a:effectLst/>
              </a:rPr>
              <a:t>メトリクス・ログ・トレースなどの観測データを “ダッシュボードとして可視化する” ためのオープンソースツール。 データを保持せず、外部データソースを読み取って表示することに特化している。</a:t>
            </a:r>
            <a:endParaRPr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1115CE6-8548-E8D3-EBAE-1F8792255AD3}"/>
              </a:ext>
            </a:extLst>
          </p:cNvPr>
          <p:cNvSpPr txBox="1"/>
          <p:nvPr/>
        </p:nvSpPr>
        <p:spPr>
          <a:xfrm>
            <a:off x="336958" y="4663361"/>
            <a:ext cx="3858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Grafana</a:t>
            </a:r>
            <a:r>
              <a:rPr kumimoji="1" lang="ja-JP" altLang="en-US" sz="3200" dirty="0"/>
              <a:t>とは？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B1E883A-4354-5CE1-35DE-2D1F764A63E0}"/>
              </a:ext>
            </a:extLst>
          </p:cNvPr>
          <p:cNvSpPr txBox="1"/>
          <p:nvPr/>
        </p:nvSpPr>
        <p:spPr>
          <a:xfrm>
            <a:off x="276837" y="6084118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4"/>
              </a:rPr>
              <a:t>Technical documentation | Grafana Labs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1742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94DE2C9-DAE8-E7CE-7A50-DA1771223315}"/>
              </a:ext>
            </a:extLst>
          </p:cNvPr>
          <p:cNvSpPr txBox="1"/>
          <p:nvPr/>
        </p:nvSpPr>
        <p:spPr>
          <a:xfrm>
            <a:off x="276837" y="366948"/>
            <a:ext cx="3858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ここからハンズオン</a:t>
            </a:r>
            <a:endParaRPr kumimoji="1" lang="ja-JP" altLang="en-US" sz="32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3C93EA9-DF2A-1ABF-80AB-B52DA48C6A01}"/>
              </a:ext>
            </a:extLst>
          </p:cNvPr>
          <p:cNvSpPr txBox="1"/>
          <p:nvPr/>
        </p:nvSpPr>
        <p:spPr>
          <a:xfrm>
            <a:off x="276837" y="951723"/>
            <a:ext cx="11484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/>
              <a:t>外部 </a:t>
            </a:r>
            <a:r>
              <a:rPr lang="en-US" altLang="ja-JP" sz="2400" dirty="0"/>
              <a:t>API</a:t>
            </a:r>
            <a:r>
              <a:rPr lang="ja-JP" altLang="en-US" sz="2400" dirty="0"/>
              <a:t>（</a:t>
            </a:r>
            <a:r>
              <a:rPr lang="en-US" altLang="ja-JP" sz="2400" dirty="0"/>
              <a:t>httpbin.org</a:t>
            </a:r>
            <a:r>
              <a:rPr lang="ja-JP" altLang="en-US" sz="2400" dirty="0"/>
              <a:t>）にリクエストを投げるだけのシンプルな </a:t>
            </a:r>
            <a:r>
              <a:rPr lang="en-US" altLang="ja-JP" sz="2400" dirty="0"/>
              <a:t>Node.js </a:t>
            </a:r>
            <a:r>
              <a:rPr lang="ja-JP" altLang="en-US" sz="2400" dirty="0"/>
              <a:t>アプリに、 </a:t>
            </a:r>
            <a:r>
              <a:rPr lang="en-US" altLang="ja-JP" sz="2400" dirty="0" err="1"/>
              <a:t>OpenTelemetry</a:t>
            </a:r>
            <a:r>
              <a:rPr lang="en-US" altLang="ja-JP" sz="2400" dirty="0"/>
              <a:t> </a:t>
            </a:r>
            <a:r>
              <a:rPr lang="ja-JP" altLang="en-US" sz="2400" dirty="0"/>
              <a:t>を組み込み、メトリクス・トレース・ログを可視化する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CD806D3-55BA-BE65-C431-1B44493DB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37" y="2601443"/>
            <a:ext cx="5168913" cy="3718348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8320716-9C0F-B5B3-C6D9-8ED9B2CA4044}"/>
              </a:ext>
            </a:extLst>
          </p:cNvPr>
          <p:cNvSpPr txBox="1"/>
          <p:nvPr/>
        </p:nvSpPr>
        <p:spPr>
          <a:xfrm>
            <a:off x="5630157" y="1976638"/>
            <a:ext cx="56418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200" dirty="0"/>
              <a:t>可視化した結果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5276946-FDE0-20A0-05CE-FC87CC534D4E}"/>
              </a:ext>
            </a:extLst>
          </p:cNvPr>
          <p:cNvSpPr txBox="1"/>
          <p:nvPr/>
        </p:nvSpPr>
        <p:spPr>
          <a:xfrm>
            <a:off x="276837" y="1976638"/>
            <a:ext cx="36044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200" dirty="0"/>
              <a:t>アプリにアクセスした結果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F7A62F00-9BE0-E828-AE9E-A05FFAA2D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157" y="2601443"/>
            <a:ext cx="6391266" cy="358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14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図 22">
            <a:extLst>
              <a:ext uri="{FF2B5EF4-FFF2-40B4-BE49-F238E27FC236}">
                <a16:creationId xmlns:a16="http://schemas.microsoft.com/office/drawing/2014/main" id="{98705767-FE6F-4401-D6AB-10CC88244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822" y="2915325"/>
            <a:ext cx="948582" cy="646331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E456025-5AB6-5718-AE99-D63B466B37D2}"/>
              </a:ext>
            </a:extLst>
          </p:cNvPr>
          <p:cNvSpPr txBox="1"/>
          <p:nvPr/>
        </p:nvSpPr>
        <p:spPr>
          <a:xfrm>
            <a:off x="110649" y="499144"/>
            <a:ext cx="2323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ユーザー</a:t>
            </a:r>
            <a:r>
              <a:rPr kumimoji="1" lang="en-US" altLang="ja-JP" dirty="0"/>
              <a:t>(</a:t>
            </a:r>
            <a:r>
              <a:rPr kumimoji="1" lang="ja-JP" altLang="en-US" dirty="0"/>
              <a:t>ブラウザ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FC5780BC-7B5C-4098-06CE-D42BA4BC0B95}"/>
              </a:ext>
            </a:extLst>
          </p:cNvPr>
          <p:cNvCxnSpPr>
            <a:cxnSpLocks/>
          </p:cNvCxnSpPr>
          <p:nvPr/>
        </p:nvCxnSpPr>
        <p:spPr>
          <a:xfrm flipH="1">
            <a:off x="1128517" y="2550222"/>
            <a:ext cx="1184390" cy="10976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B82F69DD-19D5-5B22-2E1C-6F73F89CD183}"/>
              </a:ext>
            </a:extLst>
          </p:cNvPr>
          <p:cNvCxnSpPr>
            <a:cxnSpLocks/>
          </p:cNvCxnSpPr>
          <p:nvPr/>
        </p:nvCxnSpPr>
        <p:spPr>
          <a:xfrm flipV="1">
            <a:off x="3553704" y="3816241"/>
            <a:ext cx="1268877" cy="4045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FDB5058D-5EF8-D3E6-4C03-E77649022F3F}"/>
              </a:ext>
            </a:extLst>
          </p:cNvPr>
          <p:cNvCxnSpPr>
            <a:cxnSpLocks/>
          </p:cNvCxnSpPr>
          <p:nvPr/>
        </p:nvCxnSpPr>
        <p:spPr>
          <a:xfrm>
            <a:off x="2952002" y="2596501"/>
            <a:ext cx="0" cy="13572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E8AB0394-97EB-D525-092D-BE10AC74D707}"/>
              </a:ext>
            </a:extLst>
          </p:cNvPr>
          <p:cNvCxnSpPr>
            <a:cxnSpLocks/>
          </p:cNvCxnSpPr>
          <p:nvPr/>
        </p:nvCxnSpPr>
        <p:spPr>
          <a:xfrm flipV="1">
            <a:off x="3353113" y="1013470"/>
            <a:ext cx="1537669" cy="1262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5806408C-2BFD-424C-1DD4-915407259207}"/>
              </a:ext>
            </a:extLst>
          </p:cNvPr>
          <p:cNvCxnSpPr>
            <a:cxnSpLocks/>
          </p:cNvCxnSpPr>
          <p:nvPr/>
        </p:nvCxnSpPr>
        <p:spPr>
          <a:xfrm flipV="1">
            <a:off x="6013821" y="2671376"/>
            <a:ext cx="2032376" cy="290500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29CA34B4-F7F8-7141-FCF0-7EEB68E1A796}"/>
              </a:ext>
            </a:extLst>
          </p:cNvPr>
          <p:cNvCxnSpPr>
            <a:cxnSpLocks/>
          </p:cNvCxnSpPr>
          <p:nvPr/>
        </p:nvCxnSpPr>
        <p:spPr>
          <a:xfrm>
            <a:off x="987014" y="926661"/>
            <a:ext cx="1325893" cy="125766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C6085192-9D61-6163-A161-6DE96F2F4679}"/>
              </a:ext>
            </a:extLst>
          </p:cNvPr>
          <p:cNvCxnSpPr>
            <a:cxnSpLocks/>
          </p:cNvCxnSpPr>
          <p:nvPr/>
        </p:nvCxnSpPr>
        <p:spPr>
          <a:xfrm>
            <a:off x="6027801" y="975940"/>
            <a:ext cx="1657753" cy="5620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4CA3B2CB-744C-3B49-5B64-54B7D42A8B5C}"/>
              </a:ext>
            </a:extLst>
          </p:cNvPr>
          <p:cNvCxnSpPr>
            <a:cxnSpLocks/>
          </p:cNvCxnSpPr>
          <p:nvPr/>
        </p:nvCxnSpPr>
        <p:spPr>
          <a:xfrm>
            <a:off x="3497242" y="4782869"/>
            <a:ext cx="1250927" cy="82912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6C411D8-2A6F-E1D3-BCAD-835905418FA8}"/>
              </a:ext>
            </a:extLst>
          </p:cNvPr>
          <p:cNvSpPr txBox="1"/>
          <p:nvPr/>
        </p:nvSpPr>
        <p:spPr>
          <a:xfrm>
            <a:off x="7596786" y="2243184"/>
            <a:ext cx="2087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Amazon</a:t>
            </a:r>
            <a:r>
              <a:rPr lang="ja-JP" altLang="en-US" dirty="0"/>
              <a:t> </a:t>
            </a:r>
            <a:r>
              <a:rPr lang="en-US" altLang="ja-JP" dirty="0"/>
              <a:t>Grafana</a:t>
            </a:r>
            <a:endParaRPr kumimoji="1" lang="ja-JP" altLang="en-US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11503D6-8DF4-FA3A-08F2-32B43F1180FB}"/>
              </a:ext>
            </a:extLst>
          </p:cNvPr>
          <p:cNvSpPr txBox="1"/>
          <p:nvPr/>
        </p:nvSpPr>
        <p:spPr>
          <a:xfrm>
            <a:off x="4415851" y="4038421"/>
            <a:ext cx="2721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CloudWatch</a:t>
            </a:r>
            <a:r>
              <a:rPr lang="ja-JP" altLang="en-US" dirty="0"/>
              <a:t> </a:t>
            </a:r>
            <a:r>
              <a:rPr kumimoji="1" lang="en-US" altLang="ja-JP" dirty="0"/>
              <a:t>Metrics</a:t>
            </a:r>
            <a:endParaRPr kumimoji="1" lang="ja-JP" altLang="en-US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C022FF1B-2747-DDF3-3EA4-1E3D725AE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31" y="5244342"/>
            <a:ext cx="772685" cy="735297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52874A6E-F75B-73D1-1A32-A4D360336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976" y="975940"/>
            <a:ext cx="562053" cy="562053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A789F295-8AF8-DD21-45D6-E1FDA2B4A6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463" y="1869224"/>
            <a:ext cx="1077976" cy="630201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E899D008-9B8B-D0DD-77B7-E17A11B9C1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3832" y="3246543"/>
            <a:ext cx="772685" cy="707204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050B437C-DC8F-D940-997C-D88BD9A63C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875" y="3606949"/>
            <a:ext cx="562053" cy="562053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5789071D-27FE-080D-1759-6E2A3A6CA2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3953" y="1412057"/>
            <a:ext cx="798446" cy="772267"/>
          </a:xfrm>
          <a:prstGeom prst="rect">
            <a:avLst/>
          </a:prstGeom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CC41502-8431-4043-324B-EBD616A3900B}"/>
              </a:ext>
            </a:extLst>
          </p:cNvPr>
          <p:cNvSpPr/>
          <p:nvPr/>
        </p:nvSpPr>
        <p:spPr>
          <a:xfrm>
            <a:off x="1904300" y="1264096"/>
            <a:ext cx="2323749" cy="423908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C29BE180-0A67-1BCB-23C3-62E3D5B82059}"/>
              </a:ext>
            </a:extLst>
          </p:cNvPr>
          <p:cNvSpPr/>
          <p:nvPr/>
        </p:nvSpPr>
        <p:spPr>
          <a:xfrm>
            <a:off x="2484318" y="1968884"/>
            <a:ext cx="1139726" cy="53054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45" name="図 44">
            <a:extLst>
              <a:ext uri="{FF2B5EF4-FFF2-40B4-BE49-F238E27FC236}">
                <a16:creationId xmlns:a16="http://schemas.microsoft.com/office/drawing/2014/main" id="{AC8D7FC9-F282-9FAA-29AE-2E0E8B0B8E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949" y="622338"/>
            <a:ext cx="772685" cy="707204"/>
          </a:xfrm>
          <a:prstGeom prst="rect">
            <a:avLst/>
          </a:prstGeom>
        </p:spPr>
      </p:pic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C0336078-95A9-23F4-5D54-C9B53DB5236F}"/>
              </a:ext>
            </a:extLst>
          </p:cNvPr>
          <p:cNvSpPr txBox="1"/>
          <p:nvPr/>
        </p:nvSpPr>
        <p:spPr>
          <a:xfrm>
            <a:off x="50766" y="4199773"/>
            <a:ext cx="17936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httpbin.org</a:t>
            </a:r>
            <a:endParaRPr lang="en-US" altLang="ja-JP" sz="1400" dirty="0"/>
          </a:p>
          <a:p>
            <a:r>
              <a:rPr lang="ja-JP" altLang="en-US" sz="1400" dirty="0"/>
              <a:t>１秒遅延させる</a:t>
            </a:r>
            <a:r>
              <a:rPr lang="en-US" altLang="ja-JP" sz="1400" dirty="0"/>
              <a:t>API</a:t>
            </a:r>
            <a:endParaRPr lang="ja-JP" altLang="en-US" sz="140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6DDDA54D-069B-3AA4-CAA5-38C546B924C1}"/>
              </a:ext>
            </a:extLst>
          </p:cNvPr>
          <p:cNvSpPr txBox="1"/>
          <p:nvPr/>
        </p:nvSpPr>
        <p:spPr>
          <a:xfrm>
            <a:off x="4484969" y="1414216"/>
            <a:ext cx="2142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CloudWatch Logs</a:t>
            </a:r>
            <a:endParaRPr kumimoji="1" lang="ja-JP" altLang="en-US" dirty="0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D0B7CFE9-2350-5D28-1685-389EDC83AC9C}"/>
              </a:ext>
            </a:extLst>
          </p:cNvPr>
          <p:cNvSpPr txBox="1"/>
          <p:nvPr/>
        </p:nvSpPr>
        <p:spPr>
          <a:xfrm>
            <a:off x="5003831" y="6145456"/>
            <a:ext cx="855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X-Ray</a:t>
            </a:r>
            <a:endParaRPr kumimoji="1" lang="ja-JP" altLang="en-US" dirty="0"/>
          </a:p>
        </p:txBody>
      </p: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B922E3E0-E184-011B-F831-BD28A27A1402}"/>
              </a:ext>
            </a:extLst>
          </p:cNvPr>
          <p:cNvCxnSpPr>
            <a:cxnSpLocks/>
          </p:cNvCxnSpPr>
          <p:nvPr/>
        </p:nvCxnSpPr>
        <p:spPr>
          <a:xfrm flipV="1">
            <a:off x="5949671" y="2038675"/>
            <a:ext cx="1735883" cy="15392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1C7A0FF2-D676-CD73-401C-B5AC7C774139}"/>
              </a:ext>
            </a:extLst>
          </p:cNvPr>
          <p:cNvSpPr txBox="1"/>
          <p:nvPr/>
        </p:nvSpPr>
        <p:spPr>
          <a:xfrm>
            <a:off x="8949968" y="5242658"/>
            <a:ext cx="2304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アプリの処理フロー</a:t>
            </a: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7BCFE4F5-CF7A-0728-D2EF-A869D4CA583E}"/>
              </a:ext>
            </a:extLst>
          </p:cNvPr>
          <p:cNvSpPr txBox="1"/>
          <p:nvPr/>
        </p:nvSpPr>
        <p:spPr>
          <a:xfrm>
            <a:off x="8949968" y="5794973"/>
            <a:ext cx="3006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テレメトリーの観測フロー</a:t>
            </a:r>
            <a:endParaRPr kumimoji="1" lang="ja-JP" altLang="en-US" dirty="0"/>
          </a:p>
        </p:txBody>
      </p: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199765E9-2693-5E39-4DC3-C24B76D6CF6E}"/>
              </a:ext>
            </a:extLst>
          </p:cNvPr>
          <p:cNvCxnSpPr>
            <a:cxnSpLocks/>
          </p:cNvCxnSpPr>
          <p:nvPr/>
        </p:nvCxnSpPr>
        <p:spPr>
          <a:xfrm flipV="1">
            <a:off x="7634803" y="5384536"/>
            <a:ext cx="1005715" cy="101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8F7DFA6C-ED2E-3E0F-8487-0D0422660D4B}"/>
              </a:ext>
            </a:extLst>
          </p:cNvPr>
          <p:cNvCxnSpPr>
            <a:cxnSpLocks/>
          </p:cNvCxnSpPr>
          <p:nvPr/>
        </p:nvCxnSpPr>
        <p:spPr>
          <a:xfrm flipV="1">
            <a:off x="7634802" y="5960192"/>
            <a:ext cx="1005715" cy="1019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四角形: 角を丸くする 77">
            <a:extLst>
              <a:ext uri="{FF2B5EF4-FFF2-40B4-BE49-F238E27FC236}">
                <a16:creationId xmlns:a16="http://schemas.microsoft.com/office/drawing/2014/main" id="{4EEF8902-49FE-E581-DF58-81A70B4B49E0}"/>
              </a:ext>
            </a:extLst>
          </p:cNvPr>
          <p:cNvSpPr/>
          <p:nvPr/>
        </p:nvSpPr>
        <p:spPr>
          <a:xfrm>
            <a:off x="7407479" y="4941116"/>
            <a:ext cx="4479721" cy="1417739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F1756ED0-8727-87D7-FDBB-1E5624184BA2}"/>
              </a:ext>
            </a:extLst>
          </p:cNvPr>
          <p:cNvSpPr txBox="1"/>
          <p:nvPr/>
        </p:nvSpPr>
        <p:spPr>
          <a:xfrm>
            <a:off x="3447823" y="714587"/>
            <a:ext cx="1450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ログドライバー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3F6F1026-619A-F164-ED3C-51870584DA88}"/>
              </a:ext>
            </a:extLst>
          </p:cNvPr>
          <p:cNvSpPr txBox="1"/>
          <p:nvPr/>
        </p:nvSpPr>
        <p:spPr>
          <a:xfrm>
            <a:off x="235775" y="5755645"/>
            <a:ext cx="41800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</a:rPr>
              <a:t>※</a:t>
            </a:r>
            <a:r>
              <a:rPr lang="ja-JP" altLang="en-US" sz="1400" dirty="0">
                <a:solidFill>
                  <a:srgbClr val="FF0000"/>
                </a:solidFill>
              </a:rPr>
              <a:t>本ハンズオンにおいては、メトリクスについては明示的にコーディングするが、</a:t>
            </a:r>
            <a:r>
              <a:rPr lang="en-US" altLang="ja-JP" sz="1400" dirty="0">
                <a:solidFill>
                  <a:srgbClr val="FF0000"/>
                </a:solidFill>
              </a:rPr>
              <a:t>X-Ray</a:t>
            </a:r>
            <a:r>
              <a:rPr lang="ja-JP" altLang="en-US" sz="1400" dirty="0">
                <a:solidFill>
                  <a:srgbClr val="FF0000"/>
                </a:solidFill>
              </a:rPr>
              <a:t>についてはほぼ自動</a:t>
            </a:r>
            <a:endParaRPr kumimoji="1" lang="ja-JP" altLang="en-US" sz="1400" dirty="0">
              <a:solidFill>
                <a:srgbClr val="FF0000"/>
              </a:solidFill>
            </a:endParaRP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A1C8A019-BDD5-D814-A816-5B806853E1F2}"/>
              </a:ext>
            </a:extLst>
          </p:cNvPr>
          <p:cNvSpPr txBox="1"/>
          <p:nvPr/>
        </p:nvSpPr>
        <p:spPr>
          <a:xfrm>
            <a:off x="2231590" y="4760679"/>
            <a:ext cx="18457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ADOT</a:t>
            </a:r>
          </a:p>
          <a:p>
            <a:r>
              <a:rPr lang="ja-JP" altLang="en-US" sz="1400" dirty="0"/>
              <a:t>サイドカーコンテナ</a:t>
            </a:r>
          </a:p>
        </p:txBody>
      </p:sp>
      <p:pic>
        <p:nvPicPr>
          <p:cNvPr id="88" name="図 87">
            <a:extLst>
              <a:ext uri="{FF2B5EF4-FFF2-40B4-BE49-F238E27FC236}">
                <a16:creationId xmlns:a16="http://schemas.microsoft.com/office/drawing/2014/main" id="{8B0190D6-2D6F-512C-2F68-9B6ACFE295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9963" y="4038421"/>
            <a:ext cx="666437" cy="68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913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A1AD93F-A248-C992-23C3-799D64C0A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20" y="268601"/>
            <a:ext cx="8268854" cy="5934903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6CC4A1-4A21-0BE0-635D-F5C857063232}"/>
              </a:ext>
            </a:extLst>
          </p:cNvPr>
          <p:cNvSpPr txBox="1"/>
          <p:nvPr/>
        </p:nvSpPr>
        <p:spPr>
          <a:xfrm>
            <a:off x="8835758" y="2491259"/>
            <a:ext cx="298433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1600" dirty="0" err="1">
                <a:effectLst/>
              </a:rPr>
              <a:t>httpbin</a:t>
            </a:r>
            <a:r>
              <a:rPr lang="en-US" altLang="ja-JP" sz="1600" dirty="0">
                <a:effectLst/>
              </a:rPr>
              <a:t> </a:t>
            </a:r>
            <a:r>
              <a:rPr lang="ja-JP" altLang="en-US" sz="1600" dirty="0">
                <a:effectLst/>
              </a:rPr>
              <a:t>が提供する “指定秒数だけ応答を遅らせる” テスト用 </a:t>
            </a:r>
            <a:r>
              <a:rPr lang="en-US" altLang="ja-JP" sz="1600" dirty="0">
                <a:effectLst/>
              </a:rPr>
              <a:t>API</a:t>
            </a:r>
            <a:r>
              <a:rPr lang="ja-JP" altLang="en-US" sz="1600" dirty="0">
                <a:effectLst/>
              </a:rPr>
              <a:t>。 </a:t>
            </a:r>
            <a:r>
              <a:rPr lang="en-US" altLang="ja-JP" sz="1600" dirty="0">
                <a:effectLst/>
                <a:latin typeface="Courier New" panose="02070309020205020404" pitchFamily="49" charset="0"/>
              </a:rPr>
              <a:t>/delay/1</a:t>
            </a:r>
            <a:r>
              <a:rPr lang="ja-JP" altLang="en-US" sz="1600" dirty="0">
                <a:effectLst/>
              </a:rPr>
              <a:t> は </a:t>
            </a:r>
            <a:r>
              <a:rPr lang="en-US" altLang="ja-JP" sz="1600" dirty="0">
                <a:effectLst/>
              </a:rPr>
              <a:t>1 </a:t>
            </a:r>
            <a:r>
              <a:rPr lang="ja-JP" altLang="en-US" sz="1600" dirty="0">
                <a:effectLst/>
              </a:rPr>
              <a:t>秒待ってからレスポンスを返す。</a:t>
            </a:r>
            <a:endParaRPr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64827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73EDC-77A9-FA52-D983-2DCE485D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70E5895-FAED-D33C-5A55-56811DE33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58" y="363711"/>
            <a:ext cx="6672261" cy="415255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A5F6CB3-1F83-1CB9-02B9-6307A51C4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101" y="363711"/>
            <a:ext cx="5002341" cy="312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491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7B66E-C505-56A1-ABE2-3FE8D82D3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3668447-EAFC-D9F9-D813-22F7427C4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99" y="167780"/>
            <a:ext cx="8887475" cy="652244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40D839-55A5-A5E3-E33E-BA640937CE44}"/>
              </a:ext>
            </a:extLst>
          </p:cNvPr>
          <p:cNvSpPr txBox="1"/>
          <p:nvPr/>
        </p:nvSpPr>
        <p:spPr>
          <a:xfrm>
            <a:off x="9313878" y="452733"/>
            <a:ext cx="25565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/>
              <a:t>OpenTelemetry</a:t>
            </a:r>
            <a:r>
              <a:rPr lang="en-US" altLang="ja-JP" dirty="0"/>
              <a:t> SDK </a:t>
            </a:r>
            <a:r>
              <a:rPr lang="ja-JP" altLang="en-US" dirty="0"/>
              <a:t>を初期化し、 自動計測（</a:t>
            </a:r>
            <a:r>
              <a:rPr lang="en-US" altLang="ja-JP" dirty="0"/>
              <a:t>HTTP </a:t>
            </a:r>
            <a:r>
              <a:rPr lang="ja-JP" altLang="en-US" dirty="0"/>
              <a:t>など）＋ </a:t>
            </a:r>
            <a:r>
              <a:rPr lang="en-US" altLang="ja-JP" dirty="0"/>
              <a:t>runtime </a:t>
            </a:r>
            <a:r>
              <a:rPr lang="ja-JP" altLang="en-US" dirty="0"/>
              <a:t>計測（</a:t>
            </a:r>
            <a:r>
              <a:rPr lang="en-US" altLang="ja-JP" dirty="0"/>
              <a:t>event loop </a:t>
            </a:r>
            <a:r>
              <a:rPr lang="ja-JP" altLang="en-US" dirty="0"/>
              <a:t>など）を有効化し、 メトリクスを </a:t>
            </a:r>
            <a:r>
              <a:rPr lang="en-US" altLang="ja-JP" dirty="0"/>
              <a:t>OTLP </a:t>
            </a:r>
            <a:r>
              <a:rPr lang="ja-JP" altLang="en-US" dirty="0"/>
              <a:t>で </a:t>
            </a:r>
            <a:r>
              <a:rPr lang="en-US" altLang="ja-JP" dirty="0"/>
              <a:t>ADOT Collector </a:t>
            </a:r>
            <a:r>
              <a:rPr lang="ja-JP" altLang="en-US" dirty="0"/>
              <a:t>に送る設定をしている。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61AB450-7D21-356B-F936-7E0725C3463A}"/>
              </a:ext>
            </a:extLst>
          </p:cNvPr>
          <p:cNvSpPr txBox="1"/>
          <p:nvPr/>
        </p:nvSpPr>
        <p:spPr>
          <a:xfrm>
            <a:off x="9313878" y="3429000"/>
            <a:ext cx="246426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コードはメトリクスしか明示的に送っていない。 しかし </a:t>
            </a:r>
            <a:r>
              <a:rPr lang="en-US" altLang="ja-JP" dirty="0" err="1"/>
              <a:t>NodeSDK</a:t>
            </a:r>
            <a:r>
              <a:rPr lang="en-US" altLang="ja-JP" dirty="0"/>
              <a:t> </a:t>
            </a:r>
            <a:r>
              <a:rPr lang="ja-JP" altLang="en-US" dirty="0"/>
              <a:t>はデフォルトでトレースを </a:t>
            </a:r>
            <a:r>
              <a:rPr lang="en-US" altLang="ja-JP" dirty="0"/>
              <a:t>OTLP </a:t>
            </a:r>
            <a:r>
              <a:rPr lang="ja-JP" altLang="en-US" dirty="0"/>
              <a:t>送信するため、 </a:t>
            </a:r>
            <a:r>
              <a:rPr lang="en-US" altLang="ja-JP" dirty="0"/>
              <a:t>ADOT Collector </a:t>
            </a:r>
            <a:r>
              <a:rPr lang="ja-JP" altLang="en-US" dirty="0"/>
              <a:t>がそれを受け取り、</a:t>
            </a:r>
            <a:r>
              <a:rPr lang="en-US" altLang="ja-JP" dirty="0"/>
              <a:t>X‑Ray </a:t>
            </a:r>
            <a:r>
              <a:rPr lang="ja-JP" altLang="en-US" dirty="0"/>
              <a:t>に変換している。</a:t>
            </a:r>
          </a:p>
        </p:txBody>
      </p:sp>
    </p:spTree>
    <p:extLst>
      <p:ext uri="{BB962C8B-B14F-4D97-AF65-F5344CB8AC3E}">
        <p14:creationId xmlns:p14="http://schemas.microsoft.com/office/powerpoint/2010/main" val="3876463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5068F-D399-F27F-FA82-1F42D83CC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CC7CA92-7C3F-959D-434C-C3DEE4C34438}"/>
              </a:ext>
            </a:extLst>
          </p:cNvPr>
          <p:cNvSpPr txBox="1"/>
          <p:nvPr/>
        </p:nvSpPr>
        <p:spPr>
          <a:xfrm>
            <a:off x="276837" y="1443841"/>
            <a:ext cx="105344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# 1. Docker イメージをビルド</a:t>
            </a:r>
          </a:p>
          <a:p>
            <a:r>
              <a:rPr lang="ja-JP" altLang="en-US" dirty="0"/>
              <a:t>docker build -t demo-app .</a:t>
            </a:r>
          </a:p>
          <a:p>
            <a:endParaRPr lang="ja-JP" altLang="en-US" dirty="0"/>
          </a:p>
          <a:p>
            <a:r>
              <a:rPr lang="ja-JP" altLang="en-US" dirty="0"/>
              <a:t># 2. ECR 用にタグを付ける</a:t>
            </a:r>
          </a:p>
          <a:p>
            <a:r>
              <a:rPr lang="ja-JP" altLang="en-US" dirty="0"/>
              <a:t>docker tag demo-app:latest &lt;AWS_ACCOUNT_ID&gt;.dkr.ecr.&lt;REGION&gt;.amazonaws.com/&lt;REPO_NAME&gt;:latest</a:t>
            </a:r>
          </a:p>
          <a:p>
            <a:endParaRPr lang="ja-JP" altLang="en-US" dirty="0"/>
          </a:p>
          <a:p>
            <a:r>
              <a:rPr lang="ja-JP" altLang="en-US" dirty="0"/>
              <a:t># 3. ECR にログイン</a:t>
            </a:r>
          </a:p>
          <a:p>
            <a:r>
              <a:rPr lang="ja-JP" altLang="en-US" dirty="0"/>
              <a:t>aws ecr get-login-password --region &lt;REGION&gt; \</a:t>
            </a:r>
          </a:p>
          <a:p>
            <a:r>
              <a:rPr lang="ja-JP" altLang="en-US" dirty="0"/>
              <a:t>  | docker login --username AWS --password-stdin &lt;AWS_ACCOUNT_ID&gt;.dkr.ecr.&lt;REGION&gt;.amazonaws.com</a:t>
            </a:r>
          </a:p>
          <a:p>
            <a:endParaRPr lang="ja-JP" altLang="en-US" dirty="0"/>
          </a:p>
          <a:p>
            <a:r>
              <a:rPr lang="ja-JP" altLang="en-US" dirty="0"/>
              <a:t># 4. ECR に push</a:t>
            </a:r>
          </a:p>
          <a:p>
            <a:r>
              <a:rPr lang="ja-JP" altLang="en-US" dirty="0"/>
              <a:t>docker push &lt;AWS_ACCOUNT_ID&gt;.dkr.ecr.&lt;REGION&gt;.amazonaws.com/&lt;REPO_NAME&gt;:latest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A3456E0-DE56-B964-9554-068666D44B37}"/>
              </a:ext>
            </a:extLst>
          </p:cNvPr>
          <p:cNvSpPr txBox="1"/>
          <p:nvPr/>
        </p:nvSpPr>
        <p:spPr>
          <a:xfrm>
            <a:off x="276837" y="366948"/>
            <a:ext cx="115851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ローカルで </a:t>
            </a:r>
            <a:r>
              <a:rPr lang="en-US" altLang="ja-JP" sz="2800" dirty="0"/>
              <a:t>Docker</a:t>
            </a:r>
            <a:r>
              <a:rPr lang="ja-JP" altLang="en-US" sz="2800" dirty="0"/>
              <a:t>イメージを作り、</a:t>
            </a:r>
            <a:r>
              <a:rPr lang="en-US" altLang="ja-JP" sz="2800" dirty="0"/>
              <a:t>ECR</a:t>
            </a:r>
            <a:r>
              <a:rPr lang="ja-JP" altLang="en-US" sz="2800" dirty="0"/>
              <a:t>にプッシュして</a:t>
            </a:r>
            <a:r>
              <a:rPr lang="en-US" altLang="ja-JP" sz="2800" dirty="0"/>
              <a:t>ECS</a:t>
            </a:r>
            <a:r>
              <a:rPr lang="ja-JP" altLang="en-US" sz="2800" dirty="0"/>
              <a:t>で使えるようにする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35990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B2B4D-08C8-F415-BCEF-9AE90A195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40766D7-BFCC-C81E-1B3C-0187A0D13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76" y="651852"/>
            <a:ext cx="11702642" cy="272242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ED24BB-D871-BBE7-9F61-4D542F206AD2}"/>
              </a:ext>
            </a:extLst>
          </p:cNvPr>
          <p:cNvSpPr txBox="1"/>
          <p:nvPr/>
        </p:nvSpPr>
        <p:spPr>
          <a:xfrm>
            <a:off x="244679" y="255158"/>
            <a:ext cx="23810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200" dirty="0"/>
              <a:t>VPC</a:t>
            </a:r>
            <a:r>
              <a:rPr lang="ja-JP" altLang="en-US" sz="2200" dirty="0"/>
              <a:t>関連準備</a:t>
            </a:r>
            <a:endParaRPr lang="en-US" altLang="ja-JP" sz="22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0D42BDA-1A1B-7E99-8E3E-5CE38F08DE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46"/>
          <a:stretch>
            <a:fillRect/>
          </a:stretch>
        </p:blipFill>
        <p:spPr>
          <a:xfrm>
            <a:off x="244679" y="3429000"/>
            <a:ext cx="11807504" cy="313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472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52BD-F3DF-ED18-2AAA-2F8401DD3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512BF7-7F51-5D6C-47A8-1528C3471CEF}"/>
              </a:ext>
            </a:extLst>
          </p:cNvPr>
          <p:cNvSpPr txBox="1"/>
          <p:nvPr/>
        </p:nvSpPr>
        <p:spPr>
          <a:xfrm>
            <a:off x="308180" y="458345"/>
            <a:ext cx="16512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200" dirty="0"/>
              <a:t>タスク定義</a:t>
            </a:r>
            <a:endParaRPr lang="en-US" altLang="ja-JP" sz="22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28D4C44-93B1-9538-795B-76F0A3073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80" y="927401"/>
            <a:ext cx="11600184" cy="476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32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CA7C7-322F-AC65-F6DD-7DA0B88FF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AA7E0A8-AC9B-69F5-839D-3BA9451AF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60" y="249022"/>
            <a:ext cx="9386931" cy="6359956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4180913-8F8A-4F1E-7E41-97CF9D5BE3BE}"/>
              </a:ext>
            </a:extLst>
          </p:cNvPr>
          <p:cNvSpPr txBox="1"/>
          <p:nvPr/>
        </p:nvSpPr>
        <p:spPr>
          <a:xfrm>
            <a:off x="9957382" y="3244334"/>
            <a:ext cx="2316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rgbClr val="FF0000"/>
                </a:solidFill>
              </a:rPr>
              <a:t>ECS</a:t>
            </a:r>
            <a:r>
              <a:rPr lang="ja-JP" altLang="en-US" b="1" dirty="0">
                <a:solidFill>
                  <a:srgbClr val="FF0000"/>
                </a:solidFill>
              </a:rPr>
              <a:t>のためのロール</a:t>
            </a:r>
          </a:p>
        </p:txBody>
      </p:sp>
    </p:spTree>
    <p:extLst>
      <p:ext uri="{BB962C8B-B14F-4D97-AF65-F5344CB8AC3E}">
        <p14:creationId xmlns:p14="http://schemas.microsoft.com/office/powerpoint/2010/main" val="804064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FB3BB-3C79-EBDD-FB2E-1C3B96981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85243F7-430C-E0BD-916D-1536A7A0C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83" y="237592"/>
            <a:ext cx="9420271" cy="6382816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EAFAC9-1F00-9369-021F-310E33A3D948}"/>
              </a:ext>
            </a:extLst>
          </p:cNvPr>
          <p:cNvSpPr txBox="1"/>
          <p:nvPr/>
        </p:nvSpPr>
        <p:spPr>
          <a:xfrm>
            <a:off x="9890054" y="2967335"/>
            <a:ext cx="22404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rgbClr val="FF0000"/>
                </a:solidFill>
              </a:rPr>
              <a:t>アプリ、コレクターのためのロール</a:t>
            </a:r>
          </a:p>
        </p:txBody>
      </p:sp>
    </p:spTree>
    <p:extLst>
      <p:ext uri="{BB962C8B-B14F-4D97-AF65-F5344CB8AC3E}">
        <p14:creationId xmlns:p14="http://schemas.microsoft.com/office/powerpoint/2010/main" val="3334763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98504-9F41-9AC5-BB6A-E47A570E1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F6F9DCA-FC53-AD57-3E25-CF1FED763C83}"/>
              </a:ext>
            </a:extLst>
          </p:cNvPr>
          <p:cNvSpPr txBox="1"/>
          <p:nvPr/>
        </p:nvSpPr>
        <p:spPr>
          <a:xfrm>
            <a:off x="308180" y="458345"/>
            <a:ext cx="237629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200" dirty="0"/>
              <a:t>コンテナ</a:t>
            </a:r>
            <a:r>
              <a:rPr lang="en-US" altLang="ja-JP" sz="2200" dirty="0"/>
              <a:t>(</a:t>
            </a:r>
            <a:r>
              <a:rPr lang="ja-JP" altLang="en-US" sz="2200" dirty="0"/>
              <a:t>アプリ</a:t>
            </a:r>
            <a:r>
              <a:rPr lang="en-US" altLang="ja-JP" sz="2200" dirty="0"/>
              <a:t>)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1B4B6D0-A48B-46DA-3CFE-D8BA221F5D7C}"/>
              </a:ext>
            </a:extLst>
          </p:cNvPr>
          <p:cNvSpPr txBox="1"/>
          <p:nvPr/>
        </p:nvSpPr>
        <p:spPr>
          <a:xfrm>
            <a:off x="308180" y="4481824"/>
            <a:ext cx="4817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先ほど作成し、</a:t>
            </a:r>
            <a:r>
              <a:rPr lang="en-US" altLang="ja-JP" dirty="0"/>
              <a:t>ECR</a:t>
            </a:r>
            <a:r>
              <a:rPr lang="ja-JP" altLang="en-US" dirty="0"/>
              <a:t>にプッシュしたイメージ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424B71A9-73EA-7FC2-CC08-6AABD247D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80" y="1023375"/>
            <a:ext cx="11630185" cy="317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334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6ACBD-8561-8EC7-542E-74F1FF096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DEE9404-52F2-CDB7-2986-4398793BA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08" y="385338"/>
            <a:ext cx="8724430" cy="44635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C088F67-15FE-5249-D87F-98365CBC0AD1}"/>
              </a:ext>
            </a:extLst>
          </p:cNvPr>
          <p:cNvSpPr txBox="1"/>
          <p:nvPr/>
        </p:nvSpPr>
        <p:spPr>
          <a:xfrm>
            <a:off x="8997890" y="943572"/>
            <a:ext cx="30473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/>
              <a:t>OpenTelemetry</a:t>
            </a:r>
            <a:r>
              <a:rPr lang="en-US" altLang="ja-JP" dirty="0"/>
              <a:t> </a:t>
            </a:r>
            <a:r>
              <a:rPr lang="ja-JP" altLang="en-US" dirty="0"/>
              <a:t>のデータ（メトリクス・トレース）を送る先（</a:t>
            </a:r>
            <a:r>
              <a:rPr lang="en-US" altLang="ja-JP" dirty="0"/>
              <a:t>Collector</a:t>
            </a:r>
            <a:r>
              <a:rPr lang="ja-JP" altLang="en-US" dirty="0"/>
              <a:t>）の </a:t>
            </a:r>
            <a:r>
              <a:rPr lang="en-US" altLang="ja-JP" dirty="0"/>
              <a:t>URL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1894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3C1E4E8-4D7B-6079-4D1D-5F5EA796F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35" y="521818"/>
            <a:ext cx="11039465" cy="410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370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02823-F970-BC59-9656-80E8E85AF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6B6D010-ED23-D08F-F4AB-B11771DB0557}"/>
              </a:ext>
            </a:extLst>
          </p:cNvPr>
          <p:cNvSpPr txBox="1"/>
          <p:nvPr/>
        </p:nvSpPr>
        <p:spPr>
          <a:xfrm>
            <a:off x="308180" y="458345"/>
            <a:ext cx="302224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200" dirty="0"/>
              <a:t>コンテナ</a:t>
            </a:r>
            <a:r>
              <a:rPr lang="en-US" altLang="ja-JP" sz="2200" dirty="0"/>
              <a:t>(</a:t>
            </a:r>
            <a:r>
              <a:rPr lang="ja-JP" altLang="en-US" sz="2200" dirty="0"/>
              <a:t>コレクター</a:t>
            </a:r>
            <a:r>
              <a:rPr lang="en-US" altLang="ja-JP" sz="2200" dirty="0"/>
              <a:t>)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7875841-0553-EBE4-97D9-7770DA117DE5}"/>
              </a:ext>
            </a:extLst>
          </p:cNvPr>
          <p:cNvSpPr txBox="1"/>
          <p:nvPr/>
        </p:nvSpPr>
        <p:spPr>
          <a:xfrm>
            <a:off x="308180" y="5784102"/>
            <a:ext cx="7787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rgbClr val="FF0000"/>
                </a:solidFill>
              </a:rPr>
              <a:t>公式で提供されているイメージ、コレクターの設定を行う</a:t>
            </a:r>
            <a:r>
              <a:rPr lang="en-US" altLang="ja-JP" b="1" dirty="0" err="1">
                <a:solidFill>
                  <a:srgbClr val="FF0000"/>
                </a:solidFill>
              </a:rPr>
              <a:t>Yaml</a:t>
            </a:r>
            <a:endParaRPr lang="ja-JP" altLang="en-US" b="1" dirty="0">
              <a:solidFill>
                <a:srgbClr val="FF0000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0E887089-B745-7CD8-824B-10087B951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80" y="889232"/>
            <a:ext cx="9705187" cy="472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37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4B0D5-1DEF-B9FC-3FB2-7536FFC58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5D66152-61EF-3ACD-CEA1-1C457E86E49C}"/>
              </a:ext>
            </a:extLst>
          </p:cNvPr>
          <p:cNvSpPr txBox="1"/>
          <p:nvPr/>
        </p:nvSpPr>
        <p:spPr>
          <a:xfrm>
            <a:off x="266235" y="365658"/>
            <a:ext cx="7652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/>
              <a:t>Yaml</a:t>
            </a:r>
            <a:r>
              <a:rPr lang="ja-JP" altLang="en-US" dirty="0"/>
              <a:t>を環境変数として渡したいので、</a:t>
            </a:r>
            <a:r>
              <a:rPr lang="en-US" altLang="ja-JP" dirty="0"/>
              <a:t>SSM</a:t>
            </a:r>
            <a:r>
              <a:rPr lang="ja-JP" altLang="en-US" dirty="0"/>
              <a:t>パラメータを使用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5E59191-0120-ACD0-55A6-7A5722E24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35" y="734990"/>
            <a:ext cx="8278803" cy="524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64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1C88-CEEE-5399-119D-C4FAC52A5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C0E541C-ABD6-E237-4425-CE32DA50E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45504"/>
            <a:ext cx="5292972" cy="26025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8402DA3-9905-B202-4974-DA8CC0BF1465}"/>
              </a:ext>
            </a:extLst>
          </p:cNvPr>
          <p:cNvSpPr txBox="1"/>
          <p:nvPr/>
        </p:nvSpPr>
        <p:spPr>
          <a:xfrm>
            <a:off x="5914238" y="4352330"/>
            <a:ext cx="54747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rgbClr val="FF0000"/>
                </a:solidFill>
              </a:rPr>
              <a:t>X-Ray </a:t>
            </a:r>
            <a:r>
              <a:rPr lang="ja-JP" altLang="en-US" b="1" dirty="0">
                <a:solidFill>
                  <a:srgbClr val="FF0000"/>
                </a:solidFill>
              </a:rPr>
              <a:t>の設定は 公式 </a:t>
            </a:r>
            <a:r>
              <a:rPr lang="en-US" altLang="ja-JP" b="1" dirty="0">
                <a:solidFill>
                  <a:srgbClr val="FF0000"/>
                </a:solidFill>
              </a:rPr>
              <a:t>ADOT </a:t>
            </a:r>
            <a:r>
              <a:rPr lang="ja-JP" altLang="en-US" b="1" dirty="0">
                <a:solidFill>
                  <a:srgbClr val="FF0000"/>
                </a:solidFill>
              </a:rPr>
              <a:t>イメージに最初から入っている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BD04538-95E2-F310-560E-122DEFEA5501}"/>
              </a:ext>
            </a:extLst>
          </p:cNvPr>
          <p:cNvSpPr txBox="1"/>
          <p:nvPr/>
        </p:nvSpPr>
        <p:spPr>
          <a:xfrm>
            <a:off x="5914238" y="3429000"/>
            <a:ext cx="62777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rgbClr val="FF0000"/>
                </a:solidFill>
              </a:rPr>
              <a:t>アプリから送られた </a:t>
            </a:r>
            <a:r>
              <a:rPr lang="en-US" altLang="ja-JP" b="1" dirty="0">
                <a:solidFill>
                  <a:srgbClr val="FF0000"/>
                </a:solidFill>
              </a:rPr>
              <a:t>OTLP </a:t>
            </a:r>
            <a:r>
              <a:rPr lang="ja-JP" altLang="en-US" b="1" dirty="0">
                <a:solidFill>
                  <a:srgbClr val="FF0000"/>
                </a:solidFill>
              </a:rPr>
              <a:t>メトリクスを </a:t>
            </a:r>
            <a:r>
              <a:rPr lang="en-US" altLang="ja-JP" b="1" dirty="0">
                <a:solidFill>
                  <a:srgbClr val="FF0000"/>
                </a:solidFill>
              </a:rPr>
              <a:t>Collector </a:t>
            </a:r>
            <a:r>
              <a:rPr lang="ja-JP" altLang="en-US" b="1" dirty="0">
                <a:solidFill>
                  <a:srgbClr val="FF0000"/>
                </a:solidFill>
              </a:rPr>
              <a:t>が受け取り、 </a:t>
            </a:r>
            <a:r>
              <a:rPr lang="en-US" altLang="ja-JP" b="1" dirty="0">
                <a:solidFill>
                  <a:srgbClr val="FF0000"/>
                </a:solidFill>
              </a:rPr>
              <a:t>CloudWatch Metrics</a:t>
            </a:r>
            <a:r>
              <a:rPr lang="ja-JP" altLang="en-US" b="1" dirty="0">
                <a:solidFill>
                  <a:srgbClr val="FF0000"/>
                </a:solidFill>
              </a:rPr>
              <a:t>（</a:t>
            </a:r>
            <a:r>
              <a:rPr lang="en-US" altLang="ja-JP" b="1" dirty="0">
                <a:solidFill>
                  <a:srgbClr val="FF0000"/>
                </a:solidFill>
              </a:rPr>
              <a:t>EMF</a:t>
            </a:r>
            <a:r>
              <a:rPr lang="ja-JP" altLang="en-US" b="1" dirty="0">
                <a:solidFill>
                  <a:srgbClr val="FF0000"/>
                </a:solidFill>
              </a:rPr>
              <a:t>）に変換して送信するためのパイプライン</a:t>
            </a:r>
            <a:endParaRPr lang="en-US" altLang="ja-JP" b="1" dirty="0">
              <a:solidFill>
                <a:srgbClr val="FF0000"/>
              </a:solidFill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695349B-1E97-D586-57AC-53B0BDC88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61" y="345504"/>
            <a:ext cx="5670977" cy="611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4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88970-0D63-0CF3-250A-4A6B46598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79E2BCF-E313-D952-C8DC-C795DAC9841C}"/>
              </a:ext>
            </a:extLst>
          </p:cNvPr>
          <p:cNvSpPr txBox="1"/>
          <p:nvPr/>
        </p:nvSpPr>
        <p:spPr>
          <a:xfrm>
            <a:off x="262156" y="369008"/>
            <a:ext cx="362194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000" dirty="0"/>
              <a:t>receivers</a:t>
            </a:r>
            <a:r>
              <a:rPr lang="ja-JP" altLang="en-US" sz="3000" dirty="0"/>
              <a:t>（受信）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1F3D48A-3BE8-6A1F-AD11-A3B309980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56" y="923006"/>
            <a:ext cx="2415473" cy="265864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2394B92-C202-97DC-29E2-7613DCF58D71}"/>
              </a:ext>
            </a:extLst>
          </p:cNvPr>
          <p:cNvSpPr txBox="1"/>
          <p:nvPr/>
        </p:nvSpPr>
        <p:spPr>
          <a:xfrm>
            <a:off x="3542950" y="817413"/>
            <a:ext cx="83868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dirty="0"/>
              <a:t>Collector </a:t>
            </a:r>
            <a:r>
              <a:rPr lang="ja-JP" altLang="en-US" dirty="0"/>
              <a:t>が </a:t>
            </a:r>
            <a:r>
              <a:rPr lang="en-US" altLang="ja-JP" dirty="0"/>
              <a:t>OTLP </a:t>
            </a:r>
            <a:r>
              <a:rPr lang="ja-JP" altLang="en-US" dirty="0"/>
              <a:t>を受け取る設定</a:t>
            </a:r>
          </a:p>
          <a:p>
            <a:r>
              <a:rPr lang="en-US" altLang="ja-JP" dirty="0" err="1">
                <a:effectLst/>
              </a:rPr>
              <a:t>gRPC</a:t>
            </a:r>
            <a:r>
              <a:rPr lang="ja-JP" altLang="en-US" dirty="0">
                <a:effectLst/>
              </a:rPr>
              <a:t>（</a:t>
            </a:r>
            <a:r>
              <a:rPr lang="en-US" altLang="ja-JP" dirty="0">
                <a:effectLst/>
              </a:rPr>
              <a:t>4317</a:t>
            </a:r>
            <a:r>
              <a:rPr lang="ja-JP" altLang="en-US" dirty="0">
                <a:effectLst/>
              </a:rPr>
              <a:t>）</a:t>
            </a:r>
            <a:endParaRPr lang="ja-JP" altLang="en-US" dirty="0"/>
          </a:p>
          <a:p>
            <a:r>
              <a:rPr lang="en-US" altLang="ja-JP" dirty="0">
                <a:effectLst/>
              </a:rPr>
              <a:t>HTTP</a:t>
            </a:r>
            <a:r>
              <a:rPr lang="ja-JP" altLang="en-US" dirty="0">
                <a:effectLst/>
              </a:rPr>
              <a:t>（</a:t>
            </a:r>
            <a:r>
              <a:rPr lang="en-US" altLang="ja-JP" dirty="0">
                <a:effectLst/>
              </a:rPr>
              <a:t>4318</a:t>
            </a:r>
            <a:r>
              <a:rPr lang="ja-JP" altLang="en-US" dirty="0">
                <a:effectLst/>
              </a:rPr>
              <a:t>）</a:t>
            </a:r>
            <a:endParaRPr lang="ja-JP" altLang="en-US" dirty="0"/>
          </a:p>
          <a:p>
            <a:pPr>
              <a:buNone/>
            </a:pPr>
            <a:r>
              <a:rPr lang="en-US" altLang="ja-JP" dirty="0">
                <a:effectLst/>
              </a:rPr>
              <a:t>Node.js </a:t>
            </a:r>
            <a:r>
              <a:rPr lang="ja-JP" altLang="en-US" dirty="0">
                <a:effectLst/>
              </a:rPr>
              <a:t>アプリは </a:t>
            </a:r>
            <a:r>
              <a:rPr lang="en-US" altLang="ja-JP" dirty="0">
                <a:effectLst/>
                <a:latin typeface="Courier New" panose="02070309020205020404" pitchFamily="49" charset="0"/>
              </a:rPr>
              <a:t>OTEL_EXPORTER_OTLP_ENDPOINT=http://localhost:4317</a:t>
            </a:r>
            <a:r>
              <a:rPr lang="ja-JP" altLang="en-US" dirty="0">
                <a:effectLst/>
              </a:rPr>
              <a:t> に送っているので、ここで受信される</a:t>
            </a:r>
            <a:endParaRPr lang="ja-JP" alt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BB66CAA-D7BB-C105-5F4A-DE254EC87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56" y="4436878"/>
            <a:ext cx="2117028" cy="1182483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86289B7-EA53-3CD9-3353-C0188465EC19}"/>
              </a:ext>
            </a:extLst>
          </p:cNvPr>
          <p:cNvSpPr txBox="1"/>
          <p:nvPr/>
        </p:nvSpPr>
        <p:spPr>
          <a:xfrm>
            <a:off x="262156" y="3732264"/>
            <a:ext cx="3521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000" dirty="0"/>
              <a:t>processor</a:t>
            </a:r>
            <a:r>
              <a:rPr lang="ja-JP" altLang="en-US" sz="3000" dirty="0"/>
              <a:t>（加工）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FE06A47-FBA2-8C55-910A-B7EEDBF7C406}"/>
              </a:ext>
            </a:extLst>
          </p:cNvPr>
          <p:cNvSpPr txBox="1"/>
          <p:nvPr/>
        </p:nvSpPr>
        <p:spPr>
          <a:xfrm>
            <a:off x="3106023" y="4843453"/>
            <a:ext cx="8311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大量の小さいリクエストにならないように、 まとめて送るための必須設定</a:t>
            </a:r>
          </a:p>
        </p:txBody>
      </p:sp>
    </p:spTree>
    <p:extLst>
      <p:ext uri="{BB962C8B-B14F-4D97-AF65-F5344CB8AC3E}">
        <p14:creationId xmlns:p14="http://schemas.microsoft.com/office/powerpoint/2010/main" val="520689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AA70A-D1FB-1C5F-8341-953BA3FBB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4EB58E6-B72D-4B0A-B2E6-88BECFB430AA}"/>
              </a:ext>
            </a:extLst>
          </p:cNvPr>
          <p:cNvSpPr txBox="1"/>
          <p:nvPr/>
        </p:nvSpPr>
        <p:spPr>
          <a:xfrm>
            <a:off x="446714" y="359890"/>
            <a:ext cx="3521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000" dirty="0"/>
              <a:t>exporters</a:t>
            </a:r>
            <a:r>
              <a:rPr lang="ja-JP" altLang="en-US" sz="3000" dirty="0"/>
              <a:t>（送信）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4625FAF-EFF5-819D-35F7-EE9B69DBA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57" y="913888"/>
            <a:ext cx="6101702" cy="551207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0D172E0-A6CB-5139-1382-D35417079D29}"/>
              </a:ext>
            </a:extLst>
          </p:cNvPr>
          <p:cNvSpPr txBox="1"/>
          <p:nvPr/>
        </p:nvSpPr>
        <p:spPr>
          <a:xfrm>
            <a:off x="6332859" y="636889"/>
            <a:ext cx="45925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OTLP </a:t>
            </a:r>
            <a:r>
              <a:rPr lang="ja-JP" altLang="en-US" dirty="0"/>
              <a:t>で </a:t>
            </a:r>
            <a:r>
              <a:rPr lang="en-US" altLang="ja-JP" dirty="0"/>
              <a:t>Collector </a:t>
            </a:r>
            <a:r>
              <a:rPr lang="ja-JP" altLang="en-US" dirty="0"/>
              <a:t>に届いたメトリクスの中から、 </a:t>
            </a:r>
            <a:r>
              <a:rPr lang="en-US" altLang="ja-JP" dirty="0"/>
              <a:t>CloudWatch </a:t>
            </a:r>
            <a:r>
              <a:rPr lang="ja-JP" altLang="en-US" dirty="0"/>
              <a:t>に送るメトリクスと、そのディメンション（タグ）を “選別して明示的に指定する” ための設定</a:t>
            </a:r>
            <a:endParaRPr lang="en-US" altLang="ja-JP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C205114-5850-A393-6533-CD856FBFD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2859" y="2014586"/>
            <a:ext cx="59654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ja-JP" altLang="ja-JP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どのメトリクスを送るか（metric_name_selectors）</a:t>
            </a:r>
            <a:br>
              <a:rPr kumimoji="0" lang="en-US" altLang="ja-JP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ja-JP" altLang="ja-JP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どの属性をディメンションとして使うか（dimensions）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9732F4E-9547-30AB-2F14-C1AC09E5552A}"/>
              </a:ext>
            </a:extLst>
          </p:cNvPr>
          <p:cNvSpPr txBox="1"/>
          <p:nvPr/>
        </p:nvSpPr>
        <p:spPr>
          <a:xfrm>
            <a:off x="6332859" y="2937916"/>
            <a:ext cx="4376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ディメンションに使えるのは “</a:t>
            </a:r>
            <a:r>
              <a:rPr lang="en-US" altLang="ja-JP" dirty="0"/>
              <a:t>OTLP </a:t>
            </a:r>
            <a:r>
              <a:rPr lang="ja-JP" altLang="en-US" dirty="0"/>
              <a:t>に含まれている属性だけ</a:t>
            </a:r>
          </a:p>
        </p:txBody>
      </p:sp>
    </p:spTree>
    <p:extLst>
      <p:ext uri="{BB962C8B-B14F-4D97-AF65-F5344CB8AC3E}">
        <p14:creationId xmlns:p14="http://schemas.microsoft.com/office/powerpoint/2010/main" val="767203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FDDC-144D-2966-15C6-894E8C3A0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11B5A18-1F85-54BC-3932-CD1BBEC3D505}"/>
              </a:ext>
            </a:extLst>
          </p:cNvPr>
          <p:cNvSpPr txBox="1"/>
          <p:nvPr/>
        </p:nvSpPr>
        <p:spPr>
          <a:xfrm>
            <a:off x="302703" y="361289"/>
            <a:ext cx="5650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dirty="0"/>
              <a:t>service</a:t>
            </a:r>
            <a:r>
              <a:rPr lang="ja-JP" altLang="en-US" sz="3200" dirty="0"/>
              <a:t>（パイプライン定義）</a:t>
            </a:r>
            <a:endParaRPr lang="ja-JP" altLang="en-US" sz="3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7BCD988-198E-56F7-70F8-5FE7ABFD5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39" y="1122233"/>
            <a:ext cx="3688743" cy="300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58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4C805-CF81-1CAB-2767-F9F6D4F1B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DB8B2CC-E382-0B71-6B2C-6E139185F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82" y="738344"/>
            <a:ext cx="7273255" cy="322971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98C0D36-2F31-D106-2591-6752C7111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82" y="3968058"/>
            <a:ext cx="8330268" cy="265661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4F681F0-6C49-909F-B5A9-C5A0F4665941}"/>
              </a:ext>
            </a:extLst>
          </p:cNvPr>
          <p:cNvSpPr txBox="1"/>
          <p:nvPr/>
        </p:nvSpPr>
        <p:spPr>
          <a:xfrm>
            <a:off x="318782" y="233324"/>
            <a:ext cx="565068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600" dirty="0"/>
              <a:t>ECS</a:t>
            </a:r>
            <a:r>
              <a:rPr lang="ja-JP" altLang="en-US" sz="2600" dirty="0"/>
              <a:t>サービス実行</a:t>
            </a:r>
          </a:p>
        </p:txBody>
      </p:sp>
    </p:spTree>
    <p:extLst>
      <p:ext uri="{BB962C8B-B14F-4D97-AF65-F5344CB8AC3E}">
        <p14:creationId xmlns:p14="http://schemas.microsoft.com/office/powerpoint/2010/main" val="4139018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AAF56-7E08-65B2-1842-EFE8937DF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5285B14-86E2-CB66-7E2F-966961B93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78" y="725767"/>
            <a:ext cx="11803883" cy="559919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62DEBB4-EC76-4CB7-02F6-B06BF478A66A}"/>
              </a:ext>
            </a:extLst>
          </p:cNvPr>
          <p:cNvSpPr txBox="1"/>
          <p:nvPr/>
        </p:nvSpPr>
        <p:spPr>
          <a:xfrm>
            <a:off x="318782" y="233324"/>
            <a:ext cx="565068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600" dirty="0"/>
              <a:t>CloudWatch</a:t>
            </a:r>
            <a:r>
              <a:rPr lang="ja-JP" altLang="en-US" sz="2600" dirty="0"/>
              <a:t>を確認</a:t>
            </a:r>
          </a:p>
        </p:txBody>
      </p:sp>
    </p:spTree>
    <p:extLst>
      <p:ext uri="{BB962C8B-B14F-4D97-AF65-F5344CB8AC3E}">
        <p14:creationId xmlns:p14="http://schemas.microsoft.com/office/powerpoint/2010/main" val="951348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01A54-6982-E94C-FEDE-26F05647B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1CAE6AB-F43A-9284-2D08-490D114A5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23" y="662730"/>
            <a:ext cx="11349153" cy="565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874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3787F-F9C0-7B45-711F-C1D09AC21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4AC5B3E-EA17-7D7B-D4E2-0485B095A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07" y="664024"/>
            <a:ext cx="11803586" cy="552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962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A7F94-5C52-C5EC-AA68-EA802934E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2949C09-EF6C-C939-0C21-F98139131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12" y="511728"/>
            <a:ext cx="11216645" cy="622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001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7CC20-5E41-7168-B616-A27B27894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1FD377E-1AD4-C81B-B789-06DD370CF5A3}"/>
              </a:ext>
            </a:extLst>
          </p:cNvPr>
          <p:cNvSpPr txBox="1"/>
          <p:nvPr/>
        </p:nvSpPr>
        <p:spPr>
          <a:xfrm>
            <a:off x="318782" y="233324"/>
            <a:ext cx="565068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600" dirty="0"/>
              <a:t>Amazon Grafana</a:t>
            </a:r>
            <a:r>
              <a:rPr lang="ja-JP" altLang="en-US" sz="2600" dirty="0"/>
              <a:t>に統合、可視化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FF46BC3-83E8-F649-1133-58630F21D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59" y="890942"/>
            <a:ext cx="11931941" cy="507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2740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6BC5C-FDB5-A925-C91F-B1ADAB41C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7A8E3FE-1C9E-311C-9DF0-B83CFDD98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68" y="1299748"/>
            <a:ext cx="11076264" cy="4548947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94C9AA2-54A6-4A9B-EA9C-7DA7266D6C94}"/>
              </a:ext>
            </a:extLst>
          </p:cNvPr>
          <p:cNvSpPr txBox="1"/>
          <p:nvPr/>
        </p:nvSpPr>
        <p:spPr>
          <a:xfrm>
            <a:off x="318782" y="432972"/>
            <a:ext cx="1131535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600" b="1" dirty="0">
                <a:solidFill>
                  <a:srgbClr val="FF0000"/>
                </a:solidFill>
              </a:rPr>
              <a:t>X-Ray</a:t>
            </a:r>
            <a:r>
              <a:rPr lang="ja-JP" altLang="en-US" sz="2600" b="1" dirty="0">
                <a:solidFill>
                  <a:srgbClr val="FF0000"/>
                </a:solidFill>
              </a:rPr>
              <a:t>と統合する場合は、プラグインが必要なので、必ずオンにすること</a:t>
            </a:r>
          </a:p>
        </p:txBody>
      </p:sp>
    </p:spTree>
    <p:extLst>
      <p:ext uri="{BB962C8B-B14F-4D97-AF65-F5344CB8AC3E}">
        <p14:creationId xmlns:p14="http://schemas.microsoft.com/office/powerpoint/2010/main" val="10797245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9ABFD-8B3F-B31C-D8F7-4481CE27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B2664EE-75E4-C19D-3A0D-B1FF492A4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22" y="1642757"/>
            <a:ext cx="11456130" cy="3572486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9C1952B-981D-9B89-4A93-428A62BABB22}"/>
              </a:ext>
            </a:extLst>
          </p:cNvPr>
          <p:cNvSpPr txBox="1"/>
          <p:nvPr/>
        </p:nvSpPr>
        <p:spPr>
          <a:xfrm>
            <a:off x="287322" y="603899"/>
            <a:ext cx="79087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200" dirty="0"/>
              <a:t>Grafana</a:t>
            </a:r>
            <a:r>
              <a:rPr lang="ja-JP" altLang="en-US" sz="2200" dirty="0"/>
              <a:t>のユーザーは</a:t>
            </a:r>
            <a:r>
              <a:rPr lang="en-US" altLang="ja-JP" sz="2200" dirty="0"/>
              <a:t>IAM Identity Center</a:t>
            </a:r>
            <a:r>
              <a:rPr lang="ja-JP" altLang="en-US" sz="2200" dirty="0"/>
              <a:t>で管理</a:t>
            </a:r>
            <a:endParaRPr lang="en-US" altLang="ja-JP" sz="2200" dirty="0"/>
          </a:p>
          <a:p>
            <a:r>
              <a:rPr lang="en-US" altLang="ja-JP" sz="2200" dirty="0"/>
              <a:t>※ IAM Identity Center</a:t>
            </a:r>
            <a:r>
              <a:rPr lang="ja-JP" altLang="en-US" sz="2200" dirty="0"/>
              <a:t>の初回有効化にルートユーザーが必要</a:t>
            </a:r>
          </a:p>
        </p:txBody>
      </p:sp>
    </p:spTree>
    <p:extLst>
      <p:ext uri="{BB962C8B-B14F-4D97-AF65-F5344CB8AC3E}">
        <p14:creationId xmlns:p14="http://schemas.microsoft.com/office/powerpoint/2010/main" val="15677772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29007-BF0C-B62C-B4DF-A0499EE1B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B2F32BB-042A-AF94-C889-A7D699F5A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1305346"/>
            <a:ext cx="11021036" cy="3702881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C15D841-08C7-EE6A-E2A8-7A5F8F144C7A}"/>
              </a:ext>
            </a:extLst>
          </p:cNvPr>
          <p:cNvSpPr txBox="1"/>
          <p:nvPr/>
        </p:nvSpPr>
        <p:spPr>
          <a:xfrm>
            <a:off x="228599" y="394175"/>
            <a:ext cx="79087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200" dirty="0"/>
              <a:t>後は</a:t>
            </a:r>
            <a:r>
              <a:rPr lang="en-US" altLang="ja-JP" sz="2200" dirty="0"/>
              <a:t>Grafana</a:t>
            </a:r>
            <a:r>
              <a:rPr lang="ja-JP" altLang="en-US" sz="2200" dirty="0"/>
              <a:t>で操作するだけ</a:t>
            </a:r>
            <a:endParaRPr lang="en-US" altLang="ja-JP" sz="2200" dirty="0"/>
          </a:p>
          <a:p>
            <a:r>
              <a:rPr lang="ja-JP" altLang="en-US" sz="2200" dirty="0"/>
              <a:t>データソースを設定し、ダッシュボードを作る</a:t>
            </a:r>
          </a:p>
        </p:txBody>
      </p:sp>
    </p:spTree>
    <p:extLst>
      <p:ext uri="{BB962C8B-B14F-4D97-AF65-F5344CB8AC3E}">
        <p14:creationId xmlns:p14="http://schemas.microsoft.com/office/powerpoint/2010/main" val="33766184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788A8-8D0A-6167-BEE5-20E406449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F0431FB-F690-30B9-DB8F-828D2B57A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67" y="285225"/>
            <a:ext cx="11136769" cy="628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1321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B42B0-09C4-9810-474E-4D9D4C814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E8ADFCD3-946C-A200-DD69-81358DC0C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62" y="677797"/>
            <a:ext cx="10885556" cy="6100507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BBB18ED-D54B-D698-4170-62B14E3A769B}"/>
              </a:ext>
            </a:extLst>
          </p:cNvPr>
          <p:cNvSpPr txBox="1"/>
          <p:nvPr/>
        </p:nvSpPr>
        <p:spPr>
          <a:xfrm>
            <a:off x="371213" y="225373"/>
            <a:ext cx="8116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200" dirty="0"/>
              <a:t>完成</a:t>
            </a:r>
          </a:p>
        </p:txBody>
      </p:sp>
    </p:spTree>
    <p:extLst>
      <p:ext uri="{BB962C8B-B14F-4D97-AF65-F5344CB8AC3E}">
        <p14:creationId xmlns:p14="http://schemas.microsoft.com/office/powerpoint/2010/main" val="3873883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5968</TotalTime>
  <Words>1134</Words>
  <Application>Microsoft Office PowerPoint</Application>
  <PresentationFormat>ワイド画面</PresentationFormat>
  <Paragraphs>106</Paragraphs>
  <Slides>35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35</vt:i4>
      </vt:variant>
    </vt:vector>
  </HeadingPairs>
  <TitlesOfParts>
    <vt:vector size="41" baseType="lpstr">
      <vt:lpstr>-apple-system</vt:lpstr>
      <vt:lpstr>游ゴシック</vt:lpstr>
      <vt:lpstr>游ゴシック Light</vt:lpstr>
      <vt:lpstr>Arial</vt:lpstr>
      <vt:lpstr>Courier New</vt:lpstr>
      <vt:lpstr>Office テーマ</vt:lpstr>
      <vt:lpstr>クラウド監視入門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SAMを使った サーバレスアプリ開発</dc:title>
  <dc:creator>順哉 徳重</dc:creator>
  <cp:lastModifiedBy>順哉 徳重</cp:lastModifiedBy>
  <cp:revision>97</cp:revision>
  <dcterms:created xsi:type="dcterms:W3CDTF">2025-02-04T11:28:08Z</dcterms:created>
  <dcterms:modified xsi:type="dcterms:W3CDTF">2026-03-16T14:33:53Z</dcterms:modified>
</cp:coreProperties>
</file>