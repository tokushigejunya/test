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9" r:id="rId5"/>
    <p:sldId id="270" r:id="rId6"/>
    <p:sldId id="271" r:id="rId7"/>
    <p:sldId id="272" r:id="rId8"/>
    <p:sldId id="274" r:id="rId9"/>
    <p:sldId id="260" r:id="rId10"/>
    <p:sldId id="264" r:id="rId11"/>
    <p:sldId id="278" r:id="rId12"/>
    <p:sldId id="265" r:id="rId13"/>
    <p:sldId id="266" r:id="rId14"/>
    <p:sldId id="267" r:id="rId15"/>
    <p:sldId id="268" r:id="rId16"/>
    <p:sldId id="276" r:id="rId17"/>
    <p:sldId id="275" r:id="rId18"/>
    <p:sldId id="277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E8801-B434-46BA-8F7F-262F3CCC920D}" v="119" dt="2026-01-24T13:50:49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順哉 徳重" userId="61863bed2814b00a" providerId="LiveId" clId="{3A865591-A4E7-4CC9-90BF-2E62FF9CDB36}"/>
    <pc:docChg chg="undo custSel addSld modSld sldOrd">
      <pc:chgData name="順哉 徳重" userId="61863bed2814b00a" providerId="LiveId" clId="{3A865591-A4E7-4CC9-90BF-2E62FF9CDB36}" dt="2026-01-24T13:53:15.261" v="1422" actId="1076"/>
      <pc:docMkLst>
        <pc:docMk/>
      </pc:docMkLst>
      <pc:sldChg chg="modSp mod">
        <pc:chgData name="順哉 徳重" userId="61863bed2814b00a" providerId="LiveId" clId="{3A865591-A4E7-4CC9-90BF-2E62FF9CDB36}" dt="2026-01-24T00:02:32.499" v="30" actId="20577"/>
        <pc:sldMkLst>
          <pc:docMk/>
          <pc:sldMk cId="1528216126" sldId="257"/>
        </pc:sldMkLst>
        <pc:spChg chg="mod">
          <ac:chgData name="順哉 徳重" userId="61863bed2814b00a" providerId="LiveId" clId="{3A865591-A4E7-4CC9-90BF-2E62FF9CDB36}" dt="2026-01-24T00:02:32.499" v="30" actId="20577"/>
          <ac:spMkLst>
            <pc:docMk/>
            <pc:sldMk cId="1528216126" sldId="257"/>
            <ac:spMk id="2" creationId="{3280058D-49E3-AF83-0C38-2B9F69507393}"/>
          </ac:spMkLst>
        </pc:spChg>
      </pc:sldChg>
      <pc:sldChg chg="addSp delSp modSp mod">
        <pc:chgData name="順哉 徳重" userId="61863bed2814b00a" providerId="LiveId" clId="{3A865591-A4E7-4CC9-90BF-2E62FF9CDB36}" dt="2026-01-24T09:12:33.125" v="958" actId="113"/>
        <pc:sldMkLst>
          <pc:docMk/>
          <pc:sldMk cId="2133145107" sldId="258"/>
        </pc:sldMkLst>
        <pc:spChg chg="mod">
          <ac:chgData name="順哉 徳重" userId="61863bed2814b00a" providerId="LiveId" clId="{3A865591-A4E7-4CC9-90BF-2E62FF9CDB36}" dt="2026-01-24T02:02:03.021" v="50" actId="1076"/>
          <ac:spMkLst>
            <pc:docMk/>
            <pc:sldMk cId="2133145107" sldId="258"/>
            <ac:spMk id="2" creationId="{674C3C5E-5927-F8CE-033C-63B6BED69D06}"/>
          </ac:spMkLst>
        </pc:spChg>
        <pc:spChg chg="add mod">
          <ac:chgData name="順哉 徳重" userId="61863bed2814b00a" providerId="LiveId" clId="{3A865591-A4E7-4CC9-90BF-2E62FF9CDB36}" dt="2026-01-24T01:59:49.281" v="37" actId="20577"/>
          <ac:spMkLst>
            <pc:docMk/>
            <pc:sldMk cId="2133145107" sldId="258"/>
            <ac:spMk id="3" creationId="{266ED805-A03B-CBB1-6D4D-5965F6843B77}"/>
          </ac:spMkLst>
        </pc:spChg>
        <pc:spChg chg="add mod">
          <ac:chgData name="順哉 徳重" userId="61863bed2814b00a" providerId="LiveId" clId="{3A865591-A4E7-4CC9-90BF-2E62FF9CDB36}" dt="2026-01-24T09:12:33.125" v="958" actId="113"/>
          <ac:spMkLst>
            <pc:docMk/>
            <pc:sldMk cId="2133145107" sldId="258"/>
            <ac:spMk id="4" creationId="{DB06DBFD-B6E6-02A8-2698-1F4C99685D1B}"/>
          </ac:spMkLst>
        </pc:spChg>
        <pc:spChg chg="add">
          <ac:chgData name="順哉 徳重" userId="61863bed2814b00a" providerId="LiveId" clId="{3A865591-A4E7-4CC9-90BF-2E62FF9CDB36}" dt="2026-01-24T02:01:50.154" v="48"/>
          <ac:spMkLst>
            <pc:docMk/>
            <pc:sldMk cId="2133145107" sldId="258"/>
            <ac:spMk id="5" creationId="{6E414541-4FBC-F683-B525-B4E5401CF190}"/>
          </ac:spMkLst>
        </pc:spChg>
        <pc:spChg chg="add mod">
          <ac:chgData name="順哉 徳重" userId="61863bed2814b00a" providerId="LiveId" clId="{3A865591-A4E7-4CC9-90BF-2E62FF9CDB36}" dt="2026-01-24T02:02:30.786" v="53" actId="20577"/>
          <ac:spMkLst>
            <pc:docMk/>
            <pc:sldMk cId="2133145107" sldId="258"/>
            <ac:spMk id="6" creationId="{F538FD5B-FF29-48FA-D025-1CC49F3FB726}"/>
          </ac:spMkLst>
        </pc:spChg>
        <pc:spChg chg="add">
          <ac:chgData name="順哉 徳重" userId="61863bed2814b00a" providerId="LiveId" clId="{3A865591-A4E7-4CC9-90BF-2E62FF9CDB36}" dt="2026-01-24T02:02:31.648" v="54"/>
          <ac:spMkLst>
            <pc:docMk/>
            <pc:sldMk cId="2133145107" sldId="258"/>
            <ac:spMk id="7" creationId="{55D17F0D-536F-F4FC-7066-B5856098EB5C}"/>
          </ac:spMkLst>
        </pc:spChg>
        <pc:spChg chg="add mod">
          <ac:chgData name="順哉 徳重" userId="61863bed2814b00a" providerId="LiveId" clId="{3A865591-A4E7-4CC9-90BF-2E62FF9CDB36}" dt="2026-01-24T02:04:41.333" v="62" actId="1076"/>
          <ac:spMkLst>
            <pc:docMk/>
            <pc:sldMk cId="2133145107" sldId="258"/>
            <ac:spMk id="10" creationId="{0CE83CCB-4BC5-E900-9918-544D7904068C}"/>
          </ac:spMkLst>
        </pc:spChg>
        <pc:picChg chg="del">
          <ac:chgData name="順哉 徳重" userId="61863bed2814b00a" providerId="LiveId" clId="{3A865591-A4E7-4CC9-90BF-2E62FF9CDB36}" dt="2026-01-24T00:02:53.957" v="31" actId="478"/>
          <ac:picMkLst>
            <pc:docMk/>
            <pc:sldMk cId="2133145107" sldId="258"/>
            <ac:picMk id="9" creationId="{C8E3D03C-9294-2CA8-5E81-174FC4D5B482}"/>
          </ac:picMkLst>
        </pc:picChg>
      </pc:sldChg>
      <pc:sldChg chg="addSp delSp modSp mod">
        <pc:chgData name="順哉 徳重" userId="61863bed2814b00a" providerId="LiveId" clId="{3A865591-A4E7-4CC9-90BF-2E62FF9CDB36}" dt="2026-01-24T04:36:36.168" v="478" actId="14100"/>
        <pc:sldMkLst>
          <pc:docMk/>
          <pc:sldMk cId="3546876856" sldId="260"/>
        </pc:sldMkLst>
        <pc:spChg chg="mod">
          <ac:chgData name="順哉 徳重" userId="61863bed2814b00a" providerId="LiveId" clId="{3A865591-A4E7-4CC9-90BF-2E62FF9CDB36}" dt="2026-01-24T04:36:36.168" v="478" actId="14100"/>
          <ac:spMkLst>
            <pc:docMk/>
            <pc:sldMk cId="3546876856" sldId="260"/>
            <ac:spMk id="4" creationId="{4D18B523-245E-186E-B499-47996B2CA785}"/>
          </ac:spMkLst>
        </pc:spChg>
        <pc:picChg chg="add del mod">
          <ac:chgData name="順哉 徳重" userId="61863bed2814b00a" providerId="LiveId" clId="{3A865591-A4E7-4CC9-90BF-2E62FF9CDB36}" dt="2026-01-24T04:24:06.656" v="431" actId="478"/>
          <ac:picMkLst>
            <pc:docMk/>
            <pc:sldMk cId="3546876856" sldId="260"/>
            <ac:picMk id="3" creationId="{3931B69F-60CB-DDB7-044A-C1647042D763}"/>
          </ac:picMkLst>
        </pc:picChg>
        <pc:picChg chg="del">
          <ac:chgData name="順哉 徳重" userId="61863bed2814b00a" providerId="LiveId" clId="{3A865591-A4E7-4CC9-90BF-2E62FF9CDB36}" dt="2026-01-24T03:11:31.977" v="403" actId="478"/>
          <ac:picMkLst>
            <pc:docMk/>
            <pc:sldMk cId="3546876856" sldId="260"/>
            <ac:picMk id="5" creationId="{26C94BF3-3AD1-BAEC-AE45-514EC7403AA9}"/>
          </ac:picMkLst>
        </pc:picChg>
        <pc:picChg chg="add mod">
          <ac:chgData name="順哉 徳重" userId="61863bed2814b00a" providerId="LiveId" clId="{3A865591-A4E7-4CC9-90BF-2E62FF9CDB36}" dt="2026-01-24T04:36:03.945" v="447" actId="14100"/>
          <ac:picMkLst>
            <pc:docMk/>
            <pc:sldMk cId="3546876856" sldId="260"/>
            <ac:picMk id="7" creationId="{2EF07026-1B02-F613-203E-CFD9B11B77E7}"/>
          </ac:picMkLst>
        </pc:picChg>
        <pc:picChg chg="add mod">
          <ac:chgData name="順哉 徳重" userId="61863bed2814b00a" providerId="LiveId" clId="{3A865591-A4E7-4CC9-90BF-2E62FF9CDB36}" dt="2026-01-24T04:36:12.255" v="448" actId="1076"/>
          <ac:picMkLst>
            <pc:docMk/>
            <pc:sldMk cId="3546876856" sldId="260"/>
            <ac:picMk id="9" creationId="{30B742E4-CF8A-9A99-56FF-5BBDFCC5EF2F}"/>
          </ac:picMkLst>
        </pc:picChg>
      </pc:sldChg>
      <pc:sldChg chg="addSp delSp modSp mod">
        <pc:chgData name="順哉 徳重" userId="61863bed2814b00a" providerId="LiveId" clId="{3A865591-A4E7-4CC9-90BF-2E62FF9CDB36}" dt="2026-01-24T10:47:08.572" v="1086" actId="14100"/>
        <pc:sldMkLst>
          <pc:docMk/>
          <pc:sldMk cId="3860974027" sldId="261"/>
        </pc:sldMkLst>
        <pc:spChg chg="add mod">
          <ac:chgData name="順哉 徳重" userId="61863bed2814b00a" providerId="LiveId" clId="{3A865591-A4E7-4CC9-90BF-2E62FF9CDB36}" dt="2026-01-24T02:08:34.272" v="107" actId="20577"/>
          <ac:spMkLst>
            <pc:docMk/>
            <pc:sldMk cId="3860974027" sldId="261"/>
            <ac:spMk id="2" creationId="{4F43016F-42DD-DE09-5313-56B808253BD9}"/>
          </ac:spMkLst>
        </pc:spChg>
        <pc:spChg chg="add mod">
          <ac:chgData name="順哉 徳重" userId="61863bed2814b00a" providerId="LiveId" clId="{3A865591-A4E7-4CC9-90BF-2E62FF9CDB36}" dt="2026-01-24T02:16:43.718" v="114" actId="14100"/>
          <ac:spMkLst>
            <pc:docMk/>
            <pc:sldMk cId="3860974027" sldId="261"/>
            <ac:spMk id="4" creationId="{0AE533A6-2EB7-B8C4-2AB0-8237D59324C6}"/>
          </ac:spMkLst>
        </pc:spChg>
        <pc:spChg chg="del mod">
          <ac:chgData name="順哉 徳重" userId="61863bed2814b00a" providerId="LiveId" clId="{3A865591-A4E7-4CC9-90BF-2E62FF9CDB36}" dt="2026-01-24T02:08:36.441" v="109"/>
          <ac:spMkLst>
            <pc:docMk/>
            <pc:sldMk cId="3860974027" sldId="261"/>
            <ac:spMk id="10" creationId="{55274DF9-FE10-C756-A3DD-A0945923BFFE}"/>
          </ac:spMkLst>
        </pc:spChg>
        <pc:spChg chg="add mod">
          <ac:chgData name="順哉 徳重" userId="61863bed2814b00a" providerId="LiveId" clId="{3A865591-A4E7-4CC9-90BF-2E62FF9CDB36}" dt="2026-01-24T02:57:21.777" v="177" actId="1076"/>
          <ac:spMkLst>
            <pc:docMk/>
            <pc:sldMk cId="3860974027" sldId="261"/>
            <ac:spMk id="22" creationId="{45641230-F3CD-2401-7B84-D46A2186298C}"/>
          </ac:spMkLst>
        </pc:spChg>
        <pc:spChg chg="add mod">
          <ac:chgData name="順哉 徳重" userId="61863bed2814b00a" providerId="LiveId" clId="{3A865591-A4E7-4CC9-90BF-2E62FF9CDB36}" dt="2026-01-24T02:57:52.990" v="199" actId="1076"/>
          <ac:spMkLst>
            <pc:docMk/>
            <pc:sldMk cId="3860974027" sldId="261"/>
            <ac:spMk id="23" creationId="{FD0007D8-D358-2728-173D-C565BDED0798}"/>
          </ac:spMkLst>
        </pc:spChg>
        <pc:spChg chg="add mod">
          <ac:chgData name="順哉 徳重" userId="61863bed2814b00a" providerId="LiveId" clId="{3A865591-A4E7-4CC9-90BF-2E62FF9CDB36}" dt="2026-01-24T02:59:20.826" v="232" actId="1076"/>
          <ac:spMkLst>
            <pc:docMk/>
            <pc:sldMk cId="3860974027" sldId="261"/>
            <ac:spMk id="26" creationId="{B3ADD9A6-3CFA-BE4A-CCF7-E2FEEF43A289}"/>
          </ac:spMkLst>
        </pc:spChg>
        <pc:spChg chg="add mod">
          <ac:chgData name="順哉 徳重" userId="61863bed2814b00a" providerId="LiveId" clId="{3A865591-A4E7-4CC9-90BF-2E62FF9CDB36}" dt="2026-01-24T03:00:31.169" v="269" actId="1076"/>
          <ac:spMkLst>
            <pc:docMk/>
            <pc:sldMk cId="3860974027" sldId="261"/>
            <ac:spMk id="34" creationId="{775D545C-6A82-DBD0-4F2D-B26725DFE2F0}"/>
          </ac:spMkLst>
        </pc:spChg>
        <pc:spChg chg="add mod">
          <ac:chgData name="順哉 徳重" userId="61863bed2814b00a" providerId="LiveId" clId="{3A865591-A4E7-4CC9-90BF-2E62FF9CDB36}" dt="2026-01-24T03:05:03.614" v="295" actId="1076"/>
          <ac:spMkLst>
            <pc:docMk/>
            <pc:sldMk cId="3860974027" sldId="261"/>
            <ac:spMk id="35" creationId="{002DC0D1-817D-E42F-6FEA-0222F56E702B}"/>
          </ac:spMkLst>
        </pc:spChg>
        <pc:spChg chg="add mod">
          <ac:chgData name="順哉 徳重" userId="61863bed2814b00a" providerId="LiveId" clId="{3A865591-A4E7-4CC9-90BF-2E62FF9CDB36}" dt="2026-01-24T03:05:43.125" v="306" actId="1076"/>
          <ac:spMkLst>
            <pc:docMk/>
            <pc:sldMk cId="3860974027" sldId="261"/>
            <ac:spMk id="36" creationId="{801F7989-DE90-489B-C247-96F8A2254B49}"/>
          </ac:spMkLst>
        </pc:spChg>
        <pc:spChg chg="add mod">
          <ac:chgData name="順哉 徳重" userId="61863bed2814b00a" providerId="LiveId" clId="{3A865591-A4E7-4CC9-90BF-2E62FF9CDB36}" dt="2026-01-24T03:08:02.623" v="340" actId="1076"/>
          <ac:spMkLst>
            <pc:docMk/>
            <pc:sldMk cId="3860974027" sldId="261"/>
            <ac:spMk id="42" creationId="{C0F44593-966A-E7EB-D65A-807F3D246D19}"/>
          </ac:spMkLst>
        </pc:spChg>
        <pc:spChg chg="add mod">
          <ac:chgData name="順哉 徳重" userId="61863bed2814b00a" providerId="LiveId" clId="{3A865591-A4E7-4CC9-90BF-2E62FF9CDB36}" dt="2026-01-24T10:47:08.572" v="1086" actId="14100"/>
          <ac:spMkLst>
            <pc:docMk/>
            <pc:sldMk cId="3860974027" sldId="261"/>
            <ac:spMk id="46" creationId="{EFE8D62B-B3D1-2CC4-5C8A-FD2B42933A12}"/>
          </ac:spMkLst>
        </pc:spChg>
        <pc:spChg chg="add mod">
          <ac:chgData name="順哉 徳重" userId="61863bed2814b00a" providerId="LiveId" clId="{3A865591-A4E7-4CC9-90BF-2E62FF9CDB36}" dt="2026-01-24T03:10:41.547" v="402" actId="20577"/>
          <ac:spMkLst>
            <pc:docMk/>
            <pc:sldMk cId="3860974027" sldId="261"/>
            <ac:spMk id="49" creationId="{77605D6F-A4EA-334E-4859-3772E39F4A9B}"/>
          </ac:spMkLst>
        </pc:spChg>
        <pc:picChg chg="add mod">
          <ac:chgData name="順哉 徳重" userId="61863bed2814b00a" providerId="LiveId" clId="{3A865591-A4E7-4CC9-90BF-2E62FF9CDB36}" dt="2026-01-24T02:55:00.031" v="140" actId="1076"/>
          <ac:picMkLst>
            <pc:docMk/>
            <pc:sldMk cId="3860974027" sldId="261"/>
            <ac:picMk id="6" creationId="{86E7B064-C80D-E889-E625-ED5FE4C71B19}"/>
          </ac:picMkLst>
        </pc:picChg>
        <pc:picChg chg="del">
          <ac:chgData name="順哉 徳重" userId="61863bed2814b00a" providerId="LiveId" clId="{3A865591-A4E7-4CC9-90BF-2E62FF9CDB36}" dt="2026-01-24T02:05:30.154" v="63" actId="478"/>
          <ac:picMkLst>
            <pc:docMk/>
            <pc:sldMk cId="3860974027" sldId="261"/>
            <ac:picMk id="8" creationId="{1B5DC94A-8D55-AC2E-131B-7C9D313620CA}"/>
          </ac:picMkLst>
        </pc:picChg>
        <pc:picChg chg="add mod">
          <ac:chgData name="順哉 徳重" userId="61863bed2814b00a" providerId="LiveId" clId="{3A865591-A4E7-4CC9-90BF-2E62FF9CDB36}" dt="2026-01-24T02:54:51.848" v="139" actId="1076"/>
          <ac:picMkLst>
            <pc:docMk/>
            <pc:sldMk cId="3860974027" sldId="261"/>
            <ac:picMk id="9" creationId="{D0280959-5929-3286-8D3D-B858E1D065DE}"/>
          </ac:picMkLst>
        </pc:picChg>
        <pc:picChg chg="add mod">
          <ac:chgData name="順哉 徳重" userId="61863bed2814b00a" providerId="LiveId" clId="{3A865591-A4E7-4CC9-90BF-2E62FF9CDB36}" dt="2026-01-24T02:59:34.111" v="235" actId="1076"/>
          <ac:picMkLst>
            <pc:docMk/>
            <pc:sldMk cId="3860974027" sldId="261"/>
            <ac:picMk id="12" creationId="{DF8F4C62-D3A6-6C03-37CA-65191B2D4C11}"/>
          </ac:picMkLst>
        </pc:picChg>
        <pc:picChg chg="add mod">
          <ac:chgData name="順哉 徳重" userId="61863bed2814b00a" providerId="LiveId" clId="{3A865591-A4E7-4CC9-90BF-2E62FF9CDB36}" dt="2026-01-24T03:09:06.333" v="347" actId="1076"/>
          <ac:picMkLst>
            <pc:docMk/>
            <pc:sldMk cId="3860974027" sldId="261"/>
            <ac:picMk id="14" creationId="{B88C3995-E51D-943C-D6ED-CCB57AC4F95B}"/>
          </ac:picMkLst>
        </pc:picChg>
        <pc:picChg chg="add mod">
          <ac:chgData name="順哉 徳重" userId="61863bed2814b00a" providerId="LiveId" clId="{3A865591-A4E7-4CC9-90BF-2E62FF9CDB36}" dt="2026-01-24T03:07:43.464" v="337" actId="1076"/>
          <ac:picMkLst>
            <pc:docMk/>
            <pc:sldMk cId="3860974027" sldId="261"/>
            <ac:picMk id="16" creationId="{E666FB88-2C5E-8646-149B-17628C5CB2E6}"/>
          </ac:picMkLst>
        </pc:picChg>
        <pc:cxnChg chg="add mod">
          <ac:chgData name="順哉 徳重" userId="61863bed2814b00a" providerId="LiveId" clId="{3A865591-A4E7-4CC9-90BF-2E62FF9CDB36}" dt="2026-01-24T03:09:10.569" v="348" actId="14100"/>
          <ac:cxnSpMkLst>
            <pc:docMk/>
            <pc:sldMk cId="3860974027" sldId="261"/>
            <ac:cxnSpMk id="18" creationId="{2948CC24-7CB0-E63D-5A79-5A6B13AD0110}"/>
          </ac:cxnSpMkLst>
        </pc:cxnChg>
        <pc:cxnChg chg="add mod">
          <ac:chgData name="順哉 徳重" userId="61863bed2814b00a" providerId="LiveId" clId="{3A865591-A4E7-4CC9-90BF-2E62FF9CDB36}" dt="2026-01-24T03:09:14.418" v="349" actId="14100"/>
          <ac:cxnSpMkLst>
            <pc:docMk/>
            <pc:sldMk cId="3860974027" sldId="261"/>
            <ac:cxnSpMk id="19" creationId="{32D7D57B-A170-4A1B-2753-43C0EF8C6D41}"/>
          </ac:cxnSpMkLst>
        </pc:cxnChg>
        <pc:cxnChg chg="add mod">
          <ac:chgData name="順哉 徳重" userId="61863bed2814b00a" providerId="LiveId" clId="{3A865591-A4E7-4CC9-90BF-2E62FF9CDB36}" dt="2026-01-24T02:59:30.958" v="234" actId="14100"/>
          <ac:cxnSpMkLst>
            <pc:docMk/>
            <pc:sldMk cId="3860974027" sldId="261"/>
            <ac:cxnSpMk id="24" creationId="{E8209D60-A04A-7769-52C9-E8EDD811CEA0}"/>
          </ac:cxnSpMkLst>
        </pc:cxnChg>
        <pc:cxnChg chg="add mod">
          <ac:chgData name="順哉 徳重" userId="61863bed2814b00a" providerId="LiveId" clId="{3A865591-A4E7-4CC9-90BF-2E62FF9CDB36}" dt="2026-01-24T02:59:56.408" v="240" actId="14100"/>
          <ac:cxnSpMkLst>
            <pc:docMk/>
            <pc:sldMk cId="3860974027" sldId="261"/>
            <ac:cxnSpMk id="28" creationId="{771FEBFE-09D9-3E60-BE1D-C55BE093EEF7}"/>
          </ac:cxnSpMkLst>
        </pc:cxnChg>
        <pc:cxnChg chg="add mod">
          <ac:chgData name="順哉 徳重" userId="61863bed2814b00a" providerId="LiveId" clId="{3A865591-A4E7-4CC9-90BF-2E62FF9CDB36}" dt="2026-01-24T03:00:03.233" v="241"/>
          <ac:cxnSpMkLst>
            <pc:docMk/>
            <pc:sldMk cId="3860974027" sldId="261"/>
            <ac:cxnSpMk id="33" creationId="{5997726F-F491-DC2F-F702-575DC163278D}"/>
          </ac:cxnSpMkLst>
        </pc:cxnChg>
        <pc:cxnChg chg="add mod ord">
          <ac:chgData name="順哉 徳重" userId="61863bed2814b00a" providerId="LiveId" clId="{3A865591-A4E7-4CC9-90BF-2E62FF9CDB36}" dt="2026-01-24T03:07:52.191" v="339" actId="14100"/>
          <ac:cxnSpMkLst>
            <pc:docMk/>
            <pc:sldMk cId="3860974027" sldId="261"/>
            <ac:cxnSpMk id="37" creationId="{997EF257-36D9-D53F-24C5-9B40AD9DE725}"/>
          </ac:cxnSpMkLst>
        </pc:cxnChg>
      </pc:sldChg>
      <pc:sldChg chg="addSp delSp modSp mod">
        <pc:chgData name="順哉 徳重" userId="61863bed2814b00a" providerId="LiveId" clId="{3A865591-A4E7-4CC9-90BF-2E62FF9CDB36}" dt="2026-01-24T10:55:41.040" v="1108" actId="478"/>
        <pc:sldMkLst>
          <pc:docMk/>
          <pc:sldMk cId="1392983518" sldId="264"/>
        </pc:sldMkLst>
        <pc:spChg chg="mod">
          <ac:chgData name="順哉 徳重" userId="61863bed2814b00a" providerId="LiveId" clId="{3A865591-A4E7-4CC9-90BF-2E62FF9CDB36}" dt="2026-01-24T05:22:07.992" v="519" actId="20577"/>
          <ac:spMkLst>
            <pc:docMk/>
            <pc:sldMk cId="1392983518" sldId="264"/>
            <ac:spMk id="4" creationId="{866A9839-2260-EA22-2FA1-FFAE9BC28195}"/>
          </ac:spMkLst>
        </pc:spChg>
        <pc:picChg chg="add del mod">
          <ac:chgData name="順哉 徳重" userId="61863bed2814b00a" providerId="LiveId" clId="{3A865591-A4E7-4CC9-90BF-2E62FF9CDB36}" dt="2026-01-24T10:55:41.040" v="1108" actId="478"/>
          <ac:picMkLst>
            <pc:docMk/>
            <pc:sldMk cId="1392983518" sldId="264"/>
            <ac:picMk id="3" creationId="{A36ABF87-1ADA-7816-ED36-9E36E422C385}"/>
          </ac:picMkLst>
        </pc:picChg>
        <pc:picChg chg="add del mod">
          <ac:chgData name="順哉 徳重" userId="61863bed2814b00a" providerId="LiveId" clId="{3A865591-A4E7-4CC9-90BF-2E62FF9CDB36}" dt="2026-01-24T10:55:39.962" v="1107" actId="22"/>
          <ac:picMkLst>
            <pc:docMk/>
            <pc:sldMk cId="1392983518" sldId="264"/>
            <ac:picMk id="5" creationId="{7E2294A5-012C-D00B-40EA-0BC893F26C14}"/>
          </ac:picMkLst>
        </pc:picChg>
        <pc:picChg chg="del">
          <ac:chgData name="順哉 徳重" userId="61863bed2814b00a" providerId="LiveId" clId="{3A865591-A4E7-4CC9-90BF-2E62FF9CDB36}" dt="2026-01-24T05:21:58.487" v="483" actId="478"/>
          <ac:picMkLst>
            <pc:docMk/>
            <pc:sldMk cId="1392983518" sldId="264"/>
            <ac:picMk id="5" creationId="{DCA78BCB-4A11-3794-AA70-AECBAD9EC903}"/>
          </ac:picMkLst>
        </pc:picChg>
      </pc:sldChg>
      <pc:sldChg chg="addSp delSp modSp mod">
        <pc:chgData name="順哉 徳重" userId="61863bed2814b00a" providerId="LiveId" clId="{3A865591-A4E7-4CC9-90BF-2E62FF9CDB36}" dt="2026-01-24T10:57:09.311" v="1124" actId="1076"/>
        <pc:sldMkLst>
          <pc:docMk/>
          <pc:sldMk cId="567786894" sldId="265"/>
        </pc:sldMkLst>
        <pc:spChg chg="mod">
          <ac:chgData name="順哉 徳重" userId="61863bed2814b00a" providerId="LiveId" clId="{3A865591-A4E7-4CC9-90BF-2E62FF9CDB36}" dt="2026-01-24T05:30:58.315" v="559" actId="20577"/>
          <ac:spMkLst>
            <pc:docMk/>
            <pc:sldMk cId="567786894" sldId="265"/>
            <ac:spMk id="4" creationId="{426CE686-1293-711D-662C-CCBBBF8D2C58}"/>
          </ac:spMkLst>
        </pc:spChg>
        <pc:picChg chg="del">
          <ac:chgData name="順哉 徳重" userId="61863bed2814b00a" providerId="LiveId" clId="{3A865591-A4E7-4CC9-90BF-2E62FF9CDB36}" dt="2026-01-24T05:30:25.741" v="528" actId="478"/>
          <ac:picMkLst>
            <pc:docMk/>
            <pc:sldMk cId="567786894" sldId="265"/>
            <ac:picMk id="3" creationId="{5C80AE94-BA96-9412-64A0-E450BB58CF8D}"/>
          </ac:picMkLst>
        </pc:picChg>
        <pc:picChg chg="add mod">
          <ac:chgData name="順哉 徳重" userId="61863bed2814b00a" providerId="LiveId" clId="{3A865591-A4E7-4CC9-90BF-2E62FF9CDB36}" dt="2026-01-24T07:17:32.148" v="861" actId="14100"/>
          <ac:picMkLst>
            <pc:docMk/>
            <pc:sldMk cId="567786894" sldId="265"/>
            <ac:picMk id="5" creationId="{7D780FCA-BE23-6C61-E7AF-89B9D1EA69F7}"/>
          </ac:picMkLst>
        </pc:picChg>
        <pc:picChg chg="add del mod">
          <ac:chgData name="順哉 徳重" userId="61863bed2814b00a" providerId="LiveId" clId="{3A865591-A4E7-4CC9-90BF-2E62FF9CDB36}" dt="2026-01-24T07:17:10.013" v="854" actId="478"/>
          <ac:picMkLst>
            <pc:docMk/>
            <pc:sldMk cId="567786894" sldId="265"/>
            <ac:picMk id="7" creationId="{396A06FF-4FA2-23DD-FFDF-26B58130F42D}"/>
          </ac:picMkLst>
        </pc:picChg>
        <pc:picChg chg="add del mod">
          <ac:chgData name="順哉 徳重" userId="61863bed2814b00a" providerId="LiveId" clId="{3A865591-A4E7-4CC9-90BF-2E62FF9CDB36}" dt="2026-01-24T10:56:55.412" v="1120" actId="478"/>
          <ac:picMkLst>
            <pc:docMk/>
            <pc:sldMk cId="567786894" sldId="265"/>
            <ac:picMk id="8" creationId="{E44397F5-0FCF-598D-B9C4-3E8D1670FD94}"/>
          </ac:picMkLst>
        </pc:picChg>
        <pc:picChg chg="add mod">
          <ac:chgData name="順哉 徳重" userId="61863bed2814b00a" providerId="LiveId" clId="{3A865591-A4E7-4CC9-90BF-2E62FF9CDB36}" dt="2026-01-24T10:57:09.311" v="1124" actId="1076"/>
          <ac:picMkLst>
            <pc:docMk/>
            <pc:sldMk cId="567786894" sldId="265"/>
            <ac:picMk id="10" creationId="{2FDE8F2D-B1F2-35E2-2ED1-31484962A1D2}"/>
          </ac:picMkLst>
        </pc:picChg>
      </pc:sldChg>
      <pc:sldChg chg="addSp delSp modSp mod">
        <pc:chgData name="順哉 徳重" userId="61863bed2814b00a" providerId="LiveId" clId="{3A865591-A4E7-4CC9-90BF-2E62FF9CDB36}" dt="2026-01-24T06:15:55.475" v="631" actId="1076"/>
        <pc:sldMkLst>
          <pc:docMk/>
          <pc:sldMk cId="3976586341" sldId="266"/>
        </pc:sldMkLst>
        <pc:spChg chg="mod">
          <ac:chgData name="順哉 徳重" userId="61863bed2814b00a" providerId="LiveId" clId="{3A865591-A4E7-4CC9-90BF-2E62FF9CDB36}" dt="2026-01-24T06:15:43.009" v="630" actId="20577"/>
          <ac:spMkLst>
            <pc:docMk/>
            <pc:sldMk cId="3976586341" sldId="266"/>
            <ac:spMk id="4" creationId="{77C2FE2F-8180-4B51-0B03-2DE6E8A58C44}"/>
          </ac:spMkLst>
        </pc:spChg>
        <pc:picChg chg="add del mod">
          <ac:chgData name="順哉 徳重" userId="61863bed2814b00a" providerId="LiveId" clId="{3A865591-A4E7-4CC9-90BF-2E62FF9CDB36}" dt="2026-01-24T05:34:06.969" v="566" actId="478"/>
          <ac:picMkLst>
            <pc:docMk/>
            <pc:sldMk cId="3976586341" sldId="266"/>
            <ac:picMk id="3" creationId="{73BFF1B0-7678-F938-8F4F-2939CFED75DA}"/>
          </ac:picMkLst>
        </pc:picChg>
        <pc:picChg chg="del">
          <ac:chgData name="順哉 徳重" userId="61863bed2814b00a" providerId="LiveId" clId="{3A865591-A4E7-4CC9-90BF-2E62FF9CDB36}" dt="2026-01-24T05:31:43.139" v="561" actId="478"/>
          <ac:picMkLst>
            <pc:docMk/>
            <pc:sldMk cId="3976586341" sldId="266"/>
            <ac:picMk id="5" creationId="{8F347732-47AA-7DFB-8AD7-5E61E9585CEA}"/>
          </ac:picMkLst>
        </pc:picChg>
        <pc:picChg chg="add del mod">
          <ac:chgData name="順哉 徳重" userId="61863bed2814b00a" providerId="LiveId" clId="{3A865591-A4E7-4CC9-90BF-2E62FF9CDB36}" dt="2026-01-24T05:34:58.774" v="576" actId="21"/>
          <ac:picMkLst>
            <pc:docMk/>
            <pc:sldMk cId="3976586341" sldId="266"/>
            <ac:picMk id="7" creationId="{396A06FF-4FA2-23DD-FFDF-26B58130F42D}"/>
          </ac:picMkLst>
        </pc:picChg>
        <pc:picChg chg="add mod">
          <ac:chgData name="順哉 徳重" userId="61863bed2814b00a" providerId="LiveId" clId="{3A865591-A4E7-4CC9-90BF-2E62FF9CDB36}" dt="2026-01-24T06:15:55.475" v="631" actId="1076"/>
          <ac:picMkLst>
            <pc:docMk/>
            <pc:sldMk cId="3976586341" sldId="266"/>
            <ac:picMk id="9" creationId="{5507ADAE-2166-B3E0-D774-37C3ADE7AE4E}"/>
          </ac:picMkLst>
        </pc:picChg>
      </pc:sldChg>
      <pc:sldChg chg="addSp delSp modSp mod">
        <pc:chgData name="順哉 徳重" userId="61863bed2814b00a" providerId="LiveId" clId="{3A865591-A4E7-4CC9-90BF-2E62FF9CDB36}" dt="2026-01-24T06:17:04.276" v="679" actId="14100"/>
        <pc:sldMkLst>
          <pc:docMk/>
          <pc:sldMk cId="2189996101" sldId="267"/>
        </pc:sldMkLst>
        <pc:spChg chg="mod">
          <ac:chgData name="順哉 徳重" userId="61863bed2814b00a" providerId="LiveId" clId="{3A865591-A4E7-4CC9-90BF-2E62FF9CDB36}" dt="2026-01-24T06:17:04.276" v="679" actId="14100"/>
          <ac:spMkLst>
            <pc:docMk/>
            <pc:sldMk cId="2189996101" sldId="267"/>
            <ac:spMk id="4" creationId="{AFB17971-1C56-B5B8-B3D5-4454197EF1F4}"/>
          </ac:spMkLst>
        </pc:spChg>
        <pc:picChg chg="del">
          <ac:chgData name="順哉 徳重" userId="61863bed2814b00a" providerId="LiveId" clId="{3A865591-A4E7-4CC9-90BF-2E62FF9CDB36}" dt="2026-01-24T06:16:27.702" v="632" actId="478"/>
          <ac:picMkLst>
            <pc:docMk/>
            <pc:sldMk cId="2189996101" sldId="267"/>
            <ac:picMk id="3" creationId="{D1C8855C-A6F0-83C5-19DA-E4E39BD2D128}"/>
          </ac:picMkLst>
        </pc:picChg>
        <pc:picChg chg="add mod">
          <ac:chgData name="順哉 徳重" userId="61863bed2814b00a" providerId="LiveId" clId="{3A865591-A4E7-4CC9-90BF-2E62FF9CDB36}" dt="2026-01-24T06:16:54.442" v="678" actId="1076"/>
          <ac:picMkLst>
            <pc:docMk/>
            <pc:sldMk cId="2189996101" sldId="267"/>
            <ac:picMk id="5" creationId="{88825D7E-DCE5-AC3F-EF9D-86996066B287}"/>
          </ac:picMkLst>
        </pc:picChg>
      </pc:sldChg>
      <pc:sldChg chg="addSp delSp modSp mod">
        <pc:chgData name="順哉 徳重" userId="61863bed2814b00a" providerId="LiveId" clId="{3A865591-A4E7-4CC9-90BF-2E62FF9CDB36}" dt="2026-01-24T11:08:41.705" v="1134" actId="1076"/>
        <pc:sldMkLst>
          <pc:docMk/>
          <pc:sldMk cId="2071335713" sldId="268"/>
        </pc:sldMkLst>
        <pc:spChg chg="mod">
          <ac:chgData name="順哉 徳重" userId="61863bed2814b00a" providerId="LiveId" clId="{3A865591-A4E7-4CC9-90BF-2E62FF9CDB36}" dt="2026-01-24T06:32:32.499" v="763" actId="20577"/>
          <ac:spMkLst>
            <pc:docMk/>
            <pc:sldMk cId="2071335713" sldId="268"/>
            <ac:spMk id="4" creationId="{5028CCCA-B5DE-E1D9-3E72-A72D04F5478E}"/>
          </ac:spMkLst>
        </pc:spChg>
        <pc:picChg chg="add del mod">
          <ac:chgData name="順哉 徳重" userId="61863bed2814b00a" providerId="LiveId" clId="{3A865591-A4E7-4CC9-90BF-2E62FF9CDB36}" dt="2026-01-24T11:08:26.961" v="1129" actId="478"/>
          <ac:picMkLst>
            <pc:docMk/>
            <pc:sldMk cId="2071335713" sldId="268"/>
            <ac:picMk id="3" creationId="{DC6D3CB0-45CF-482C-1D8F-3857934780B4}"/>
          </ac:picMkLst>
        </pc:picChg>
        <pc:picChg chg="del">
          <ac:chgData name="順哉 徳重" userId="61863bed2814b00a" providerId="LiveId" clId="{3A865591-A4E7-4CC9-90BF-2E62FF9CDB36}" dt="2026-01-24T06:23:51.296" v="683" actId="478"/>
          <ac:picMkLst>
            <pc:docMk/>
            <pc:sldMk cId="2071335713" sldId="268"/>
            <ac:picMk id="5" creationId="{1617F0E2-3A50-A042-DCA4-4D11F301681C}"/>
          </ac:picMkLst>
        </pc:picChg>
        <pc:picChg chg="add mod">
          <ac:chgData name="順哉 徳重" userId="61863bed2814b00a" providerId="LiveId" clId="{3A865591-A4E7-4CC9-90BF-2E62FF9CDB36}" dt="2026-01-24T11:08:41.705" v="1134" actId="1076"/>
          <ac:picMkLst>
            <pc:docMk/>
            <pc:sldMk cId="2071335713" sldId="268"/>
            <ac:picMk id="7" creationId="{5615218B-0B21-3605-9E59-04D450544081}"/>
          </ac:picMkLst>
        </pc:picChg>
      </pc:sldChg>
      <pc:sldChg chg="addSp delSp modSp mod ord">
        <pc:chgData name="順哉 徳重" userId="61863bed2814b00a" providerId="LiveId" clId="{3A865591-A4E7-4CC9-90BF-2E62FF9CDB36}" dt="2026-01-24T10:47:22.507" v="1087" actId="20577"/>
        <pc:sldMkLst>
          <pc:docMk/>
          <pc:sldMk cId="1694024932" sldId="269"/>
        </pc:sldMkLst>
        <pc:spChg chg="mod">
          <ac:chgData name="順哉 徳重" userId="61863bed2814b00a" providerId="LiveId" clId="{3A865591-A4E7-4CC9-90BF-2E62FF9CDB36}" dt="2026-01-24T10:47:22.507" v="1087" actId="20577"/>
          <ac:spMkLst>
            <pc:docMk/>
            <pc:sldMk cId="1694024932" sldId="269"/>
            <ac:spMk id="4" creationId="{A8E0D747-77EC-A459-5922-A6F22190ED65}"/>
          </ac:spMkLst>
        </pc:spChg>
        <pc:picChg chg="del">
          <ac:chgData name="順哉 徳重" userId="61863bed2814b00a" providerId="LiveId" clId="{3A865591-A4E7-4CC9-90BF-2E62FF9CDB36}" dt="2026-01-24T06:54:40.752" v="765" actId="478"/>
          <ac:picMkLst>
            <pc:docMk/>
            <pc:sldMk cId="1694024932" sldId="269"/>
            <ac:picMk id="3" creationId="{64F56CA8-F1DC-BAFE-81EB-B59D1612F9D1}"/>
          </ac:picMkLst>
        </pc:picChg>
        <pc:picChg chg="add mod">
          <ac:chgData name="順哉 徳重" userId="61863bed2814b00a" providerId="LiveId" clId="{3A865591-A4E7-4CC9-90BF-2E62FF9CDB36}" dt="2026-01-24T06:54:57.090" v="772" actId="1076"/>
          <ac:picMkLst>
            <pc:docMk/>
            <pc:sldMk cId="1694024932" sldId="269"/>
            <ac:picMk id="5" creationId="{D1C1DA19-13E8-65DF-1464-7D24FB8AE498}"/>
          </ac:picMkLst>
        </pc:picChg>
      </pc:sldChg>
      <pc:sldChg chg="addSp delSp modSp mod ord">
        <pc:chgData name="順哉 徳重" userId="61863bed2814b00a" providerId="LiveId" clId="{3A865591-A4E7-4CC9-90BF-2E62FF9CDB36}" dt="2026-01-24T08:50:50.861" v="926" actId="14100"/>
        <pc:sldMkLst>
          <pc:docMk/>
          <pc:sldMk cId="2888629864" sldId="270"/>
        </pc:sldMkLst>
        <pc:spChg chg="mod">
          <ac:chgData name="順哉 徳重" userId="61863bed2814b00a" providerId="LiveId" clId="{3A865591-A4E7-4CC9-90BF-2E62FF9CDB36}" dt="2026-01-24T08:50:50.861" v="926" actId="14100"/>
          <ac:spMkLst>
            <pc:docMk/>
            <pc:sldMk cId="2888629864" sldId="270"/>
            <ac:spMk id="10" creationId="{CCE39F5F-5DA7-860B-5652-1A81A42DD6D1}"/>
          </ac:spMkLst>
        </pc:spChg>
        <pc:picChg chg="del">
          <ac:chgData name="順哉 徳重" userId="61863bed2814b00a" providerId="LiveId" clId="{3A865591-A4E7-4CC9-90BF-2E62FF9CDB36}" dt="2026-01-24T08:50:25.055" v="869" actId="478"/>
          <ac:picMkLst>
            <pc:docMk/>
            <pc:sldMk cId="2888629864" sldId="270"/>
            <ac:picMk id="3" creationId="{2903160F-B35D-1379-AD93-E4F8A6746B3E}"/>
          </ac:picMkLst>
        </pc:picChg>
        <pc:picChg chg="add mod">
          <ac:chgData name="順哉 徳重" userId="61863bed2814b00a" providerId="LiveId" clId="{3A865591-A4E7-4CC9-90BF-2E62FF9CDB36}" dt="2026-01-24T08:50:30.947" v="871" actId="1076"/>
          <ac:picMkLst>
            <pc:docMk/>
            <pc:sldMk cId="2888629864" sldId="270"/>
            <ac:picMk id="4" creationId="{10E8BDB4-AEB5-222D-CC66-CAC61FAE6FFE}"/>
          </ac:picMkLst>
        </pc:picChg>
      </pc:sldChg>
      <pc:sldChg chg="addSp delSp modSp mod ord">
        <pc:chgData name="順哉 徳重" userId="61863bed2814b00a" providerId="LiveId" clId="{3A865591-A4E7-4CC9-90BF-2E62FF9CDB36}" dt="2026-01-24T08:52:02.241" v="938" actId="1076"/>
        <pc:sldMkLst>
          <pc:docMk/>
          <pc:sldMk cId="1723064851" sldId="271"/>
        </pc:sldMkLst>
        <pc:spChg chg="del">
          <ac:chgData name="順哉 徳重" userId="61863bed2814b00a" providerId="LiveId" clId="{3A865591-A4E7-4CC9-90BF-2E62FF9CDB36}" dt="2026-01-24T08:51:49.796" v="935" actId="478"/>
          <ac:spMkLst>
            <pc:docMk/>
            <pc:sldMk cId="1723064851" sldId="271"/>
            <ac:spMk id="4" creationId="{70E6D1F8-FB3D-1BBB-19E1-42336D832F4F}"/>
          </ac:spMkLst>
        </pc:spChg>
        <pc:picChg chg="add mod">
          <ac:chgData name="順哉 徳重" userId="61863bed2814b00a" providerId="LiveId" clId="{3A865591-A4E7-4CC9-90BF-2E62FF9CDB36}" dt="2026-01-24T08:52:02.241" v="938" actId="1076"/>
          <ac:picMkLst>
            <pc:docMk/>
            <pc:sldMk cId="1723064851" sldId="271"/>
            <ac:picMk id="3" creationId="{7C21D34B-B2D3-96B4-A671-6392B9485266}"/>
          </ac:picMkLst>
        </pc:picChg>
        <pc:picChg chg="del">
          <ac:chgData name="順哉 徳重" userId="61863bed2814b00a" providerId="LiveId" clId="{3A865591-A4E7-4CC9-90BF-2E62FF9CDB36}" dt="2026-01-24T08:51:47.283" v="934" actId="478"/>
          <ac:picMkLst>
            <pc:docMk/>
            <pc:sldMk cId="1723064851" sldId="271"/>
            <ac:picMk id="5" creationId="{C0505D87-C323-1074-ACCB-BE12112A7BDD}"/>
          </ac:picMkLst>
        </pc:picChg>
      </pc:sldChg>
      <pc:sldChg chg="addSp delSp modSp mod ord">
        <pc:chgData name="順哉 徳重" userId="61863bed2814b00a" providerId="LiveId" clId="{3A865591-A4E7-4CC9-90BF-2E62FF9CDB36}" dt="2026-01-24T10:02:43.465" v="1077" actId="1076"/>
        <pc:sldMkLst>
          <pc:docMk/>
          <pc:sldMk cId="3478574041" sldId="272"/>
        </pc:sldMkLst>
        <pc:spChg chg="mod">
          <ac:chgData name="順哉 徳重" userId="61863bed2814b00a" providerId="LiveId" clId="{3A865591-A4E7-4CC9-90BF-2E62FF9CDB36}" dt="2026-01-24T10:02:43.465" v="1077" actId="1076"/>
          <ac:spMkLst>
            <pc:docMk/>
            <pc:sldMk cId="3478574041" sldId="272"/>
            <ac:spMk id="4" creationId="{5C42D917-BE27-E4DC-9744-01064C61709F}"/>
          </ac:spMkLst>
        </pc:spChg>
        <pc:spChg chg="add mod">
          <ac:chgData name="順哉 徳重" userId="61863bed2814b00a" providerId="LiveId" clId="{3A865591-A4E7-4CC9-90BF-2E62FF9CDB36}" dt="2026-01-24T10:01:15.388" v="1029" actId="1076"/>
          <ac:spMkLst>
            <pc:docMk/>
            <pc:sldMk cId="3478574041" sldId="272"/>
            <ac:spMk id="7" creationId="{1A763974-6693-108E-DC8B-4F23CB9360D5}"/>
          </ac:spMkLst>
        </pc:spChg>
        <pc:spChg chg="add mod">
          <ac:chgData name="順哉 徳重" userId="61863bed2814b00a" providerId="LiveId" clId="{3A865591-A4E7-4CC9-90BF-2E62FF9CDB36}" dt="2026-01-24T10:01:12.602" v="1028" actId="1076"/>
          <ac:spMkLst>
            <pc:docMk/>
            <pc:sldMk cId="3478574041" sldId="272"/>
            <ac:spMk id="9" creationId="{2C9024D5-F0C8-897E-C432-89DB8CB845DB}"/>
          </ac:spMkLst>
        </pc:spChg>
        <pc:spChg chg="add mod">
          <ac:chgData name="順哉 徳重" userId="61863bed2814b00a" providerId="LiveId" clId="{3A865591-A4E7-4CC9-90BF-2E62FF9CDB36}" dt="2026-01-24T10:01:17.873" v="1030" actId="1076"/>
          <ac:spMkLst>
            <pc:docMk/>
            <pc:sldMk cId="3478574041" sldId="272"/>
            <ac:spMk id="11" creationId="{9E4F212C-8CD7-F18A-93B8-5798948A77C0}"/>
          </ac:spMkLst>
        </pc:spChg>
        <pc:spChg chg="add mod">
          <ac:chgData name="順哉 徳重" userId="61863bed2814b00a" providerId="LiveId" clId="{3A865591-A4E7-4CC9-90BF-2E62FF9CDB36}" dt="2026-01-24T10:02:29.571" v="1074" actId="14100"/>
          <ac:spMkLst>
            <pc:docMk/>
            <pc:sldMk cId="3478574041" sldId="272"/>
            <ac:spMk id="12" creationId="{7432E0AF-A9AB-64A2-8B97-80CB470AC1F6}"/>
          </ac:spMkLst>
        </pc:spChg>
        <pc:picChg chg="del">
          <ac:chgData name="順哉 徳重" userId="61863bed2814b00a" providerId="LiveId" clId="{3A865591-A4E7-4CC9-90BF-2E62FF9CDB36}" dt="2026-01-24T09:51:44.983" v="965" actId="478"/>
          <ac:picMkLst>
            <pc:docMk/>
            <pc:sldMk cId="3478574041" sldId="272"/>
            <ac:picMk id="3" creationId="{A7EFEEAC-4B30-43FB-4E67-A2BBE04A26BD}"/>
          </ac:picMkLst>
        </pc:picChg>
        <pc:picChg chg="add mod">
          <ac:chgData name="順哉 徳重" userId="61863bed2814b00a" providerId="LiveId" clId="{3A865591-A4E7-4CC9-90BF-2E62FF9CDB36}" dt="2026-01-24T10:02:34.040" v="1075" actId="14100"/>
          <ac:picMkLst>
            <pc:docMk/>
            <pc:sldMk cId="3478574041" sldId="272"/>
            <ac:picMk id="5" creationId="{EF1E6BF7-F156-2BAF-E8A4-4C88B0B8D9E0}"/>
          </ac:picMkLst>
        </pc:picChg>
      </pc:sldChg>
      <pc:sldChg chg="addSp delSp modSp mod ord">
        <pc:chgData name="順哉 徳重" userId="61863bed2814b00a" providerId="LiveId" clId="{3A865591-A4E7-4CC9-90BF-2E62FF9CDB36}" dt="2026-01-24T10:50:44.931" v="1100"/>
        <pc:sldMkLst>
          <pc:docMk/>
          <pc:sldMk cId="3422882632" sldId="274"/>
        </pc:sldMkLst>
        <pc:spChg chg="del">
          <ac:chgData name="順哉 徳重" userId="61863bed2814b00a" providerId="LiveId" clId="{3A865591-A4E7-4CC9-90BF-2E62FF9CDB36}" dt="2026-01-24T10:03:51.094" v="1079" actId="478"/>
          <ac:spMkLst>
            <pc:docMk/>
            <pc:sldMk cId="3422882632" sldId="274"/>
            <ac:spMk id="4" creationId="{C3327D72-450D-4290-3EBF-95F44E547703}"/>
          </ac:spMkLst>
        </pc:spChg>
        <pc:picChg chg="del">
          <ac:chgData name="順哉 徳重" userId="61863bed2814b00a" providerId="LiveId" clId="{3A865591-A4E7-4CC9-90BF-2E62FF9CDB36}" dt="2026-01-24T10:03:47.630" v="1078" actId="478"/>
          <ac:picMkLst>
            <pc:docMk/>
            <pc:sldMk cId="3422882632" sldId="274"/>
            <ac:picMk id="3" creationId="{0036C580-8426-1F2A-EBD0-4500F3288D88}"/>
          </ac:picMkLst>
        </pc:picChg>
        <pc:picChg chg="add mod">
          <ac:chgData name="順哉 徳重" userId="61863bed2814b00a" providerId="LiveId" clId="{3A865591-A4E7-4CC9-90BF-2E62FF9CDB36}" dt="2026-01-24T10:50:12.765" v="1094" actId="1076"/>
          <ac:picMkLst>
            <pc:docMk/>
            <pc:sldMk cId="3422882632" sldId="274"/>
            <ac:picMk id="5" creationId="{0014EA4B-62A3-6E8B-6B95-71A11882DA7E}"/>
          </ac:picMkLst>
        </pc:picChg>
        <pc:picChg chg="add mod">
          <ac:chgData name="順哉 徳重" userId="61863bed2814b00a" providerId="LiveId" clId="{3A865591-A4E7-4CC9-90BF-2E62FF9CDB36}" dt="2026-01-24T10:49:22.584" v="1092" actId="1076"/>
          <ac:picMkLst>
            <pc:docMk/>
            <pc:sldMk cId="3422882632" sldId="274"/>
            <ac:picMk id="7" creationId="{6B4DED12-056B-6263-5DC4-98301E1BA67D}"/>
          </ac:picMkLst>
        </pc:picChg>
      </pc:sldChg>
      <pc:sldChg chg="addSp delSp modSp mod">
        <pc:chgData name="順哉 徳重" userId="61863bed2814b00a" providerId="LiveId" clId="{3A865591-A4E7-4CC9-90BF-2E62FF9CDB36}" dt="2026-01-24T13:37:20.390" v="1282" actId="14100"/>
        <pc:sldMkLst>
          <pc:docMk/>
          <pc:sldMk cId="1603026114" sldId="275"/>
        </pc:sldMkLst>
        <pc:spChg chg="mod">
          <ac:chgData name="順哉 徳重" userId="61863bed2814b00a" providerId="LiveId" clId="{3A865591-A4E7-4CC9-90BF-2E62FF9CDB36}" dt="2026-01-24T13:24:17.356" v="1173" actId="20577"/>
          <ac:spMkLst>
            <pc:docMk/>
            <pc:sldMk cId="1603026114" sldId="275"/>
            <ac:spMk id="4" creationId="{63F3299F-D507-BBBE-6F94-54B4A4AE00E4}"/>
          </ac:spMkLst>
        </pc:spChg>
        <pc:spChg chg="del">
          <ac:chgData name="順哉 徳重" userId="61863bed2814b00a" providerId="LiveId" clId="{3A865591-A4E7-4CC9-90BF-2E62FF9CDB36}" dt="2026-01-24T13:37:10.801" v="1280" actId="478"/>
          <ac:spMkLst>
            <pc:docMk/>
            <pc:sldMk cId="1603026114" sldId="275"/>
            <ac:spMk id="6" creationId="{31F1BA90-BEC6-A5EC-169F-9CA059C7AC48}"/>
          </ac:spMkLst>
        </pc:spChg>
        <pc:picChg chg="add mod">
          <ac:chgData name="順哉 徳重" userId="61863bed2814b00a" providerId="LiveId" clId="{3A865591-A4E7-4CC9-90BF-2E62FF9CDB36}" dt="2026-01-24T13:37:20.390" v="1282" actId="14100"/>
          <ac:picMkLst>
            <pc:docMk/>
            <pc:sldMk cId="1603026114" sldId="275"/>
            <ac:picMk id="3" creationId="{29E45FCE-D443-6340-E4F8-38644BB61F0C}"/>
          </ac:picMkLst>
        </pc:picChg>
        <pc:picChg chg="del">
          <ac:chgData name="順哉 徳重" userId="61863bed2814b00a" providerId="LiveId" clId="{3A865591-A4E7-4CC9-90BF-2E62FF9CDB36}" dt="2026-01-24T11:08:57.872" v="1135" actId="478"/>
          <ac:picMkLst>
            <pc:docMk/>
            <pc:sldMk cId="1603026114" sldId="275"/>
            <ac:picMk id="5" creationId="{60A98154-C051-1B6A-7651-9AD5D8B0C1E8}"/>
          </ac:picMkLst>
        </pc:picChg>
      </pc:sldChg>
      <pc:sldChg chg="addSp delSp modSp mod ord">
        <pc:chgData name="順哉 徳重" userId="61863bed2814b00a" providerId="LiveId" clId="{3A865591-A4E7-4CC9-90BF-2E62FF9CDB36}" dt="2026-01-24T13:33:44.459" v="1273"/>
        <pc:sldMkLst>
          <pc:docMk/>
          <pc:sldMk cId="1369777386" sldId="276"/>
        </pc:sldMkLst>
        <pc:spChg chg="mod">
          <ac:chgData name="順哉 徳重" userId="61863bed2814b00a" providerId="LiveId" clId="{3A865591-A4E7-4CC9-90BF-2E62FF9CDB36}" dt="2026-01-24T13:33:33.871" v="1271" actId="20577"/>
          <ac:spMkLst>
            <pc:docMk/>
            <pc:sldMk cId="1369777386" sldId="276"/>
            <ac:spMk id="4" creationId="{5ACAABCF-7614-0110-5128-19062EC40B4A}"/>
          </ac:spMkLst>
        </pc:spChg>
        <pc:picChg chg="add mod">
          <ac:chgData name="順哉 徳重" userId="61863bed2814b00a" providerId="LiveId" clId="{3A865591-A4E7-4CC9-90BF-2E62FF9CDB36}" dt="2026-01-24T13:32:52.134" v="1181" actId="962"/>
          <ac:picMkLst>
            <pc:docMk/>
            <pc:sldMk cId="1369777386" sldId="276"/>
            <ac:picMk id="3" creationId="{2F437A8A-2F7C-27B6-5147-FE43549FACC3}"/>
          </ac:picMkLst>
        </pc:picChg>
        <pc:picChg chg="del">
          <ac:chgData name="順哉 徳重" userId="61863bed2814b00a" providerId="LiveId" clId="{3A865591-A4E7-4CC9-90BF-2E62FF9CDB36}" dt="2026-01-24T13:32:43.064" v="1174" actId="478"/>
          <ac:picMkLst>
            <pc:docMk/>
            <pc:sldMk cId="1369777386" sldId="276"/>
            <ac:picMk id="5" creationId="{18A7EBF7-342F-46A6-F694-3BD74C162935}"/>
          </ac:picMkLst>
        </pc:picChg>
      </pc:sldChg>
      <pc:sldChg chg="addSp delSp modSp mod">
        <pc:chgData name="順哉 徳重" userId="61863bed2814b00a" providerId="LiveId" clId="{3A865591-A4E7-4CC9-90BF-2E62FF9CDB36}" dt="2026-01-24T13:39:51.283" v="1382" actId="14100"/>
        <pc:sldMkLst>
          <pc:docMk/>
          <pc:sldMk cId="4215469663" sldId="277"/>
        </pc:sldMkLst>
        <pc:spChg chg="mod">
          <ac:chgData name="順哉 徳重" userId="61863bed2814b00a" providerId="LiveId" clId="{3A865591-A4E7-4CC9-90BF-2E62FF9CDB36}" dt="2026-01-24T13:38:55.438" v="1373" actId="20577"/>
          <ac:spMkLst>
            <pc:docMk/>
            <pc:sldMk cId="4215469663" sldId="277"/>
            <ac:spMk id="4" creationId="{ED7B0AB2-08CD-A680-7ABF-D71E4483CF33}"/>
          </ac:spMkLst>
        </pc:spChg>
        <pc:picChg chg="del">
          <ac:chgData name="順哉 徳重" userId="61863bed2814b00a" providerId="LiveId" clId="{3A865591-A4E7-4CC9-90BF-2E62FF9CDB36}" dt="2026-01-24T13:37:27.279" v="1283" actId="478"/>
          <ac:picMkLst>
            <pc:docMk/>
            <pc:sldMk cId="4215469663" sldId="277"/>
            <ac:picMk id="3" creationId="{3358FB7F-FE1B-A001-BE52-DBFA6F6AF4A1}"/>
          </ac:picMkLst>
        </pc:picChg>
        <pc:picChg chg="add mod">
          <ac:chgData name="順哉 徳重" userId="61863bed2814b00a" providerId="LiveId" clId="{3A865591-A4E7-4CC9-90BF-2E62FF9CDB36}" dt="2026-01-24T13:38:23.739" v="1288" actId="1076"/>
          <ac:picMkLst>
            <pc:docMk/>
            <pc:sldMk cId="4215469663" sldId="277"/>
            <ac:picMk id="5" creationId="{44E8DE6C-38E9-2A7E-6ECD-AA6CC86B4B5E}"/>
          </ac:picMkLst>
        </pc:picChg>
        <pc:picChg chg="add mod">
          <ac:chgData name="順哉 徳重" userId="61863bed2814b00a" providerId="LiveId" clId="{3A865591-A4E7-4CC9-90BF-2E62FF9CDB36}" dt="2026-01-24T13:39:51.283" v="1382" actId="14100"/>
          <ac:picMkLst>
            <pc:docMk/>
            <pc:sldMk cId="4215469663" sldId="277"/>
            <ac:picMk id="7" creationId="{8433B5BF-0E5A-F004-7946-6C928D36280E}"/>
          </ac:picMkLst>
        </pc:picChg>
      </pc:sldChg>
      <pc:sldChg chg="addSp modSp new mod">
        <pc:chgData name="順哉 徳重" userId="61863bed2814b00a" providerId="LiveId" clId="{3A865591-A4E7-4CC9-90BF-2E62FF9CDB36}" dt="2026-01-24T10:56:09.930" v="1116" actId="1076"/>
        <pc:sldMkLst>
          <pc:docMk/>
          <pc:sldMk cId="1771427242" sldId="278"/>
        </pc:sldMkLst>
        <pc:picChg chg="add mod">
          <ac:chgData name="順哉 徳重" userId="61863bed2814b00a" providerId="LiveId" clId="{3A865591-A4E7-4CC9-90BF-2E62FF9CDB36}" dt="2026-01-24T10:56:09.930" v="1116" actId="1076"/>
          <ac:picMkLst>
            <pc:docMk/>
            <pc:sldMk cId="1771427242" sldId="278"/>
            <ac:picMk id="3" creationId="{E785B648-7538-CA48-FFA6-69F93570723F}"/>
          </ac:picMkLst>
        </pc:picChg>
      </pc:sldChg>
      <pc:sldChg chg="addSp modSp new mod">
        <pc:chgData name="順哉 徳重" userId="61863bed2814b00a" providerId="LiveId" clId="{3A865591-A4E7-4CC9-90BF-2E62FF9CDB36}" dt="2026-01-24T13:53:15.261" v="1422" actId="1076"/>
        <pc:sldMkLst>
          <pc:docMk/>
          <pc:sldMk cId="2552732533" sldId="279"/>
        </pc:sldMkLst>
        <pc:spChg chg="add mod">
          <ac:chgData name="順哉 徳重" userId="61863bed2814b00a" providerId="LiveId" clId="{3A865591-A4E7-4CC9-90BF-2E62FF9CDB36}" dt="2026-01-24T13:50:54.452" v="1404" actId="20577"/>
          <ac:spMkLst>
            <pc:docMk/>
            <pc:sldMk cId="2552732533" sldId="279"/>
            <ac:spMk id="2" creationId="{BAD7C8AD-B919-2B19-0C4A-25A1A1AFADCE}"/>
          </ac:spMkLst>
        </pc:spChg>
        <pc:picChg chg="add mod">
          <ac:chgData name="順哉 徳重" userId="61863bed2814b00a" providerId="LiveId" clId="{3A865591-A4E7-4CC9-90BF-2E62FF9CDB36}" dt="2026-01-24T13:52:07.178" v="1411" actId="1076"/>
          <ac:picMkLst>
            <pc:docMk/>
            <pc:sldMk cId="2552732533" sldId="279"/>
            <ac:picMk id="4" creationId="{5E7B16D6-D0BA-844B-CA6D-4F21CA76CDDF}"/>
          </ac:picMkLst>
        </pc:picChg>
        <pc:picChg chg="add mod">
          <ac:chgData name="順哉 徳重" userId="61863bed2814b00a" providerId="LiveId" clId="{3A865591-A4E7-4CC9-90BF-2E62FF9CDB36}" dt="2026-01-24T13:53:15.261" v="1422" actId="1076"/>
          <ac:picMkLst>
            <pc:docMk/>
            <pc:sldMk cId="2552732533" sldId="279"/>
            <ac:picMk id="6" creationId="{35E9403F-AE7E-C28B-D42C-37FB8330A9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0FED09-7338-39C2-7C69-820544F9A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C30DB2-C55C-82E0-A785-D313A8E06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16C86F-74FB-3C8A-2210-F3C0AFBC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9896A-D9E9-109D-3159-76AA939B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F2CE9D-55AE-900D-8A8C-3F5B0E96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59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27DF7E-B68D-C700-2EEE-CA382573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6E321A-7C09-8452-9B7D-EFFF0730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EDA70-AD07-3A5C-2EAB-2B279EE5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F9653-BF99-B184-0D1D-0F73926B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0CF99E-AB35-5E68-BC6A-B57D3AA0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0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F92D58-B8A8-50A6-8AA8-7E119CCC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E742C9-CFBA-C130-EDB1-B1FA13D4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8B6491-2289-A6E3-01A6-2D855E83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E0A281-FE2B-EA64-3582-C80BC484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BAF290-0FF4-6A6A-9CD7-289E35A5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51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6BD88E-05FF-306B-999E-6DC296C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D10C92-11AB-838D-65F2-E7F73614E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7B4A71-0D61-4889-FE5F-76AC9A55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A70BA5-1039-7B68-137E-FED84940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040835-93A5-3AED-FE19-54A4F63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D08B9A-E319-47DC-787D-E1505FE0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29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2D375-A399-B324-AD71-CC85FFEE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F1DC47-C054-6883-465A-059ECAB1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856FE5-ABEE-C973-CC0E-5681CB4DB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097884-F43E-9F70-49FC-76DF96949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9770FA4-A355-AA84-2054-FAD55FA3C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7ECF7-1360-365A-D546-E4CE738A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B2ACF6-0CDD-01CC-47BC-62A231A3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C0C19B-DF18-20C1-AC1B-D5AA7F3F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96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BA857-69FA-5C6D-18AB-4C404228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A3C9DB-C786-79E7-2199-9C8C12B8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236923-4A37-42FD-EF81-3C7B3BBE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EA3CDC-3F94-6C1C-6923-56A14289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2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925EC0-C45C-A8B6-B03F-0C7A64E0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439BF4-3E61-3ADA-AB32-EEE376D4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B54861-753C-3590-C055-AC1CBB8F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88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2F0579-436E-F7FF-FB2B-D9E8DBC4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CDB64B-F258-75B1-4CD0-2441C35E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E7B7A2-87B0-56B7-F86D-9E0490F03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17A2AD-2F07-BEDA-8890-56EECEB1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87FB57-67DE-9A7A-5D26-8716BA87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9BDB35-D148-2BCC-DEB7-ACBF52FB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5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07B23E-C10F-8F26-8A58-49BEADC1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E0AEBF-C017-6348-C2E2-A02CD2B22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833F7D-8142-A13F-0FFE-E0254582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1BFE11-D942-F0B8-FA9A-2DE38462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A45F68-A280-EA77-470A-F90A4716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5D69C2-4D2E-F265-5C2E-73D39AB4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14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74808-571D-DBBF-469A-3B3B661C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236DE3F-69B2-662B-E027-E071DA081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7A23D1-7C34-9370-2D1A-7C426F97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328D4B-D6F0-418F-1B83-5F60918B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8E9DDC-DAED-575F-90F7-D055C2A9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74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A5F7B0-1461-3153-1A99-AF1F966CA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891ECF-E486-8D18-FCBD-773100FDD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734E91-8CB3-E0BE-42FD-884A1C65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40E8B6-E62A-E278-8572-B567156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1B48B-F653-FDBB-4834-DCE9EAF3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05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56C7E9-37E6-36B5-068A-2E7C600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03F00F-E7DA-E528-3C55-26D72CF4F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0ACE30-38D6-3513-00D3-9E174AEC2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A872-DDD1-4DDD-AFE9-8F27EAB700D9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6A3B1-585B-E743-D126-3DCF85ABA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AB52CB-3DFD-23C8-4B77-D82558716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C23E4-F111-4891-B3F6-3BB8A344EF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65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ja_jp/bedrock/latest/userguide/inference-invoke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aws.amazon.com/ja_jp/bedrock/latest/userguide/model-parameters-embed-v3.html#api-inference-examples-cohere-embed-v3" TargetMode="External"/><Relationship Id="rId4" Type="http://schemas.openxmlformats.org/officeDocument/2006/relationships/hyperlink" Target="https://qiita.com/hayao_k/items/aaaf92e15a60bebd137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0058D-49E3-AF83-0C38-2B9F69507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320" y="2457974"/>
            <a:ext cx="9633358" cy="1144268"/>
          </a:xfrm>
        </p:spPr>
        <p:txBody>
          <a:bodyPr>
            <a:noAutofit/>
          </a:bodyPr>
          <a:lstStyle/>
          <a:p>
            <a:r>
              <a:rPr kumimoji="1" lang="en-US" altLang="ja-JP" sz="5400" dirty="0"/>
              <a:t>Amazon Bedrock(RAG)</a:t>
            </a:r>
            <a:endParaRPr kumimoji="1" lang="ja-JP" altLang="en-US" sz="5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E74ED7-8105-6C98-E82B-204A05B2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650" y="4697834"/>
            <a:ext cx="4040697" cy="872455"/>
          </a:xfrm>
        </p:spPr>
        <p:txBody>
          <a:bodyPr>
            <a:noAutofit/>
          </a:bodyPr>
          <a:lstStyle/>
          <a:p>
            <a:r>
              <a:rPr kumimoji="1" lang="ja-JP" altLang="en-US" sz="4800" dirty="0"/>
              <a:t>徳重順哉</a:t>
            </a:r>
          </a:p>
        </p:txBody>
      </p:sp>
    </p:spTree>
    <p:extLst>
      <p:ext uri="{BB962C8B-B14F-4D97-AF65-F5344CB8AC3E}">
        <p14:creationId xmlns:p14="http://schemas.microsoft.com/office/powerpoint/2010/main" val="15282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E723-99A4-CB01-6A13-592A0487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C3C5E-5927-F8CE-033C-63B6BED69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451" y="503338"/>
            <a:ext cx="7583646" cy="565427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RAG</a:t>
            </a:r>
            <a:r>
              <a:rPr lang="ja-JP" altLang="en-US" sz="3200" dirty="0"/>
              <a:t>（</a:t>
            </a:r>
            <a:r>
              <a:rPr lang="en-US" altLang="ja-JP" sz="3200" dirty="0"/>
              <a:t>Retrieval-Augmented Generation</a:t>
            </a:r>
            <a:r>
              <a:rPr lang="ja-JP" altLang="en-US" sz="3200" dirty="0"/>
              <a:t>）</a:t>
            </a:r>
            <a:endParaRPr kumimoji="1" lang="ja-JP" altLang="en-US" sz="30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266ED805-A03B-CBB1-6D4D-5965F6843B77}"/>
              </a:ext>
            </a:extLst>
          </p:cNvPr>
          <p:cNvSpPr txBox="1">
            <a:spLocks/>
          </p:cNvSpPr>
          <p:nvPr/>
        </p:nvSpPr>
        <p:spPr>
          <a:xfrm>
            <a:off x="419451" y="1419136"/>
            <a:ext cx="7583646" cy="5654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3000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B06DBFD-B6E6-02A8-2698-1F4C99685D1B}"/>
              </a:ext>
            </a:extLst>
          </p:cNvPr>
          <p:cNvSpPr txBox="1">
            <a:spLocks/>
          </p:cNvSpPr>
          <p:nvPr/>
        </p:nvSpPr>
        <p:spPr>
          <a:xfrm>
            <a:off x="815132" y="1419136"/>
            <a:ext cx="10040222" cy="10869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/>
              <a:t>AI </a:t>
            </a:r>
            <a:r>
              <a:rPr lang="ja-JP" altLang="en-US" sz="3200" dirty="0"/>
              <a:t>が答える前に、外部データベースから必要な情報を検索して、プロンプトに追加してから回答する仕組み</a:t>
            </a:r>
            <a:endParaRPr lang="en-US" altLang="ja-JP" sz="3200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F538FD5B-FF29-48FA-D025-1CC49F3FB726}"/>
              </a:ext>
            </a:extLst>
          </p:cNvPr>
          <p:cNvSpPr txBox="1">
            <a:spLocks/>
          </p:cNvSpPr>
          <p:nvPr/>
        </p:nvSpPr>
        <p:spPr>
          <a:xfrm>
            <a:off x="815132" y="2856447"/>
            <a:ext cx="10040222" cy="10869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ja-JP" sz="32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E83CCB-4BC5-E900-9918-544D7904068C}"/>
              </a:ext>
            </a:extLst>
          </p:cNvPr>
          <p:cNvSpPr txBox="1"/>
          <p:nvPr/>
        </p:nvSpPr>
        <p:spPr>
          <a:xfrm>
            <a:off x="1050722" y="2856447"/>
            <a:ext cx="695237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600" dirty="0"/>
              <a:t>1.ユーザーの質問をベクトル化して検索</a:t>
            </a:r>
          </a:p>
          <a:p>
            <a:endParaRPr lang="ja-JP" altLang="en-US" sz="2600" dirty="0"/>
          </a:p>
          <a:p>
            <a:r>
              <a:rPr lang="ja-JP" altLang="en-US" sz="2600" dirty="0"/>
              <a:t>2.ベクトルDBから関連文書を取得</a:t>
            </a:r>
          </a:p>
          <a:p>
            <a:endParaRPr lang="ja-JP" altLang="en-US" sz="2600" dirty="0"/>
          </a:p>
          <a:p>
            <a:r>
              <a:rPr lang="ja-JP" altLang="en-US" sz="2600" dirty="0"/>
              <a:t>3.その文書をプロンプトに追加</a:t>
            </a:r>
          </a:p>
          <a:p>
            <a:endParaRPr lang="ja-JP" altLang="en-US" sz="2600" dirty="0"/>
          </a:p>
          <a:p>
            <a:r>
              <a:rPr lang="ja-JP" altLang="en-US" sz="2600" dirty="0"/>
              <a:t>4.AIが文書を参照しながら回答を生成</a:t>
            </a:r>
          </a:p>
        </p:txBody>
      </p:sp>
    </p:spTree>
    <p:extLst>
      <p:ext uri="{BB962C8B-B14F-4D97-AF65-F5344CB8AC3E}">
        <p14:creationId xmlns:p14="http://schemas.microsoft.com/office/powerpoint/2010/main" val="213314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97EF257-36D9-D53F-24C5-9B40AD9DE725}"/>
              </a:ext>
            </a:extLst>
          </p:cNvPr>
          <p:cNvCxnSpPr>
            <a:cxnSpLocks/>
          </p:cNvCxnSpPr>
          <p:nvPr/>
        </p:nvCxnSpPr>
        <p:spPr>
          <a:xfrm flipH="1">
            <a:off x="4275211" y="3077829"/>
            <a:ext cx="1924253" cy="9967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4F43016F-42DD-DE09-5313-56B808253BD9}"/>
              </a:ext>
            </a:extLst>
          </p:cNvPr>
          <p:cNvSpPr txBox="1">
            <a:spLocks/>
          </p:cNvSpPr>
          <p:nvPr/>
        </p:nvSpPr>
        <p:spPr>
          <a:xfrm>
            <a:off x="419451" y="503338"/>
            <a:ext cx="7583646" cy="56542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/>
              <a:t>Knowledge</a:t>
            </a:r>
            <a:r>
              <a:rPr lang="ja-JP" altLang="en-US" sz="3200" dirty="0"/>
              <a:t> </a:t>
            </a:r>
            <a:r>
              <a:rPr lang="en-US" altLang="ja-JP" sz="3200" dirty="0"/>
              <a:t>bases</a:t>
            </a:r>
            <a:r>
              <a:rPr lang="ja-JP" altLang="en-US" sz="3200" dirty="0"/>
              <a:t> </a:t>
            </a:r>
            <a:r>
              <a:rPr lang="en-US" altLang="ja-JP" sz="3200" dirty="0"/>
              <a:t>for</a:t>
            </a:r>
            <a:r>
              <a:rPr lang="ja-JP" altLang="en-US" sz="3200" dirty="0"/>
              <a:t> </a:t>
            </a:r>
            <a:r>
              <a:rPr lang="en-US" altLang="ja-JP" sz="3200" dirty="0"/>
              <a:t>Amazon</a:t>
            </a:r>
            <a:r>
              <a:rPr lang="ja-JP" altLang="en-US" sz="3200" dirty="0"/>
              <a:t> </a:t>
            </a:r>
            <a:r>
              <a:rPr lang="en-US" altLang="ja-JP" sz="3200" dirty="0"/>
              <a:t>Bedrock</a:t>
            </a:r>
            <a:endParaRPr lang="ja-JP" altLang="en-US" sz="3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E533A6-2EB7-B8C4-2AB0-8237D59324C6}"/>
              </a:ext>
            </a:extLst>
          </p:cNvPr>
          <p:cNvSpPr txBox="1"/>
          <p:nvPr/>
        </p:nvSpPr>
        <p:spPr>
          <a:xfrm>
            <a:off x="813733" y="1308412"/>
            <a:ext cx="10360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マネジメントコンソールから操作して、RAGパイプラインを実装し、エンドポイントを用意できる</a:t>
            </a:r>
          </a:p>
          <a:p>
            <a:r>
              <a:rPr lang="ja-JP" altLang="en-US" dirty="0"/>
              <a:t>コンソールから試したり、アプリに組み込んだりできる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6E7B064-C80D-E889-E625-ED5FE4C71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387" y="3954232"/>
            <a:ext cx="622608" cy="6502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0280959-5929-3286-8D3D-B858E1D0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387" y="5490488"/>
            <a:ext cx="622608" cy="65027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F8F4C62-D3A6-6C03-37CA-65191B2D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4" y="4751729"/>
            <a:ext cx="651601" cy="651601"/>
          </a:xfrm>
          <a:prstGeom prst="rect">
            <a:avLst/>
          </a:prstGeom>
        </p:spPr>
      </p:pic>
      <p:pic>
        <p:nvPicPr>
          <p:cNvPr id="14" name="グラフィックス 13" descr="ノート PC 単色塗りつぶし">
            <a:extLst>
              <a:ext uri="{FF2B5EF4-FFF2-40B4-BE49-F238E27FC236}">
                <a16:creationId xmlns:a16="http://schemas.microsoft.com/office/drawing/2014/main" id="{B88C3995-E51D-943C-D6ED-CCB57AC4F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734" y="3846352"/>
            <a:ext cx="914400" cy="914400"/>
          </a:xfrm>
          <a:prstGeom prst="rect">
            <a:avLst/>
          </a:prstGeom>
        </p:spPr>
      </p:pic>
      <p:pic>
        <p:nvPicPr>
          <p:cNvPr id="16" name="図 1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666FB88-2C5E-8646-149B-17628C5CB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774" y="2616164"/>
            <a:ext cx="646331" cy="646331"/>
          </a:xfrm>
          <a:prstGeom prst="rect">
            <a:avLst/>
          </a:prstGeom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948CC24-7CB0-E63D-5A79-5A6B13AD0110}"/>
              </a:ext>
            </a:extLst>
          </p:cNvPr>
          <p:cNvCxnSpPr>
            <a:cxnSpLocks/>
          </p:cNvCxnSpPr>
          <p:nvPr/>
        </p:nvCxnSpPr>
        <p:spPr>
          <a:xfrm>
            <a:off x="1879134" y="4303552"/>
            <a:ext cx="14764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2D7D57B-A170-4A1B-2753-43C0EF8C6D41}"/>
              </a:ext>
            </a:extLst>
          </p:cNvPr>
          <p:cNvCxnSpPr>
            <a:cxnSpLocks/>
          </p:cNvCxnSpPr>
          <p:nvPr/>
        </p:nvCxnSpPr>
        <p:spPr>
          <a:xfrm flipH="1" flipV="1">
            <a:off x="1927963" y="4604510"/>
            <a:ext cx="1343743" cy="10867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5641230-F3CD-2401-7B84-D46A2186298C}"/>
              </a:ext>
            </a:extLst>
          </p:cNvPr>
          <p:cNvSpPr txBox="1"/>
          <p:nvPr/>
        </p:nvSpPr>
        <p:spPr>
          <a:xfrm>
            <a:off x="2390461" y="3900637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質問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D0007D8-D358-2728-173D-C565BDED0798}"/>
              </a:ext>
            </a:extLst>
          </p:cNvPr>
          <p:cNvSpPr txBox="1"/>
          <p:nvPr/>
        </p:nvSpPr>
        <p:spPr>
          <a:xfrm>
            <a:off x="2067295" y="5321964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回答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8209D60-A04A-7769-52C9-E8EDD811CEA0}"/>
              </a:ext>
            </a:extLst>
          </p:cNvPr>
          <p:cNvCxnSpPr>
            <a:cxnSpLocks/>
          </p:cNvCxnSpPr>
          <p:nvPr/>
        </p:nvCxnSpPr>
        <p:spPr>
          <a:xfrm>
            <a:off x="4275211" y="4294529"/>
            <a:ext cx="1924253" cy="671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3ADD9A6-3CFA-BE4A-CCF7-E2FEEF43A289}"/>
              </a:ext>
            </a:extLst>
          </p:cNvPr>
          <p:cNvSpPr txBox="1"/>
          <p:nvPr/>
        </p:nvSpPr>
        <p:spPr>
          <a:xfrm>
            <a:off x="4602313" y="4109863"/>
            <a:ext cx="1811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ベクトルに変換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71FEBFE-09D9-3E60-BE1D-C55BE093EEF7}"/>
              </a:ext>
            </a:extLst>
          </p:cNvPr>
          <p:cNvCxnSpPr>
            <a:cxnSpLocks/>
          </p:cNvCxnSpPr>
          <p:nvPr/>
        </p:nvCxnSpPr>
        <p:spPr>
          <a:xfrm flipH="1">
            <a:off x="4275211" y="5321964"/>
            <a:ext cx="1820789" cy="493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75D545C-6A82-DBD0-4F2D-B26725DFE2F0}"/>
              </a:ext>
            </a:extLst>
          </p:cNvPr>
          <p:cNvSpPr txBox="1"/>
          <p:nvPr/>
        </p:nvSpPr>
        <p:spPr>
          <a:xfrm>
            <a:off x="4901756" y="5759011"/>
            <a:ext cx="1811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検索結果取得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02DC0D1-817D-E42F-6FEA-0222F56E702B}"/>
              </a:ext>
            </a:extLst>
          </p:cNvPr>
          <p:cNvSpPr txBox="1"/>
          <p:nvPr/>
        </p:nvSpPr>
        <p:spPr>
          <a:xfrm>
            <a:off x="3036792" y="3486044"/>
            <a:ext cx="1802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埋め込みモデル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01F7989-DE90-489B-C247-96F8A2254B49}"/>
              </a:ext>
            </a:extLst>
          </p:cNvPr>
          <p:cNvSpPr txBox="1"/>
          <p:nvPr/>
        </p:nvSpPr>
        <p:spPr>
          <a:xfrm>
            <a:off x="3411038" y="5103235"/>
            <a:ext cx="72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LLM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0F44593-966A-E7EB-D65A-807F3D246D19}"/>
              </a:ext>
            </a:extLst>
          </p:cNvPr>
          <p:cNvSpPr txBox="1"/>
          <p:nvPr/>
        </p:nvSpPr>
        <p:spPr>
          <a:xfrm>
            <a:off x="5017564" y="3039219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取込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FE8D62B-B3D1-2CC4-5C8A-FD2B42933A12}"/>
              </a:ext>
            </a:extLst>
          </p:cNvPr>
          <p:cNvSpPr/>
          <p:nvPr/>
        </p:nvSpPr>
        <p:spPr>
          <a:xfrm>
            <a:off x="2004969" y="2323751"/>
            <a:ext cx="5377343" cy="415254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77605D6F-A4EA-334E-4859-3772E39F4A9B}"/>
              </a:ext>
            </a:extLst>
          </p:cNvPr>
          <p:cNvSpPr txBox="1"/>
          <p:nvPr/>
        </p:nvSpPr>
        <p:spPr>
          <a:xfrm>
            <a:off x="7538528" y="5759011"/>
            <a:ext cx="446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C000"/>
                </a:solidFill>
              </a:rPr>
              <a:t>Knowledge</a:t>
            </a:r>
            <a:r>
              <a:rPr lang="ja-JP" altLang="en-US" dirty="0">
                <a:solidFill>
                  <a:srgbClr val="FFC000"/>
                </a:solidFill>
              </a:rPr>
              <a:t> </a:t>
            </a:r>
            <a:r>
              <a:rPr lang="en-US" altLang="ja-JP" dirty="0">
                <a:solidFill>
                  <a:srgbClr val="FFC000"/>
                </a:solidFill>
              </a:rPr>
              <a:t>bases for Amazon Bedrock</a:t>
            </a:r>
            <a:endParaRPr kumimoji="1" lang="ja-JP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97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3BA6-E74B-81AF-C891-176E0A3C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E0D747-77EC-A459-5922-A6F22190E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41344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サブスクリプション契約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D1C1DA19-13E8-65DF-1464-7D24FB8AE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42" y="964734"/>
            <a:ext cx="10463515" cy="53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2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5F86-4457-ACB3-8190-B7BF1A65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E39F5F-5DA7-860B-5652-1A81A42DD6D1}"/>
              </a:ext>
            </a:extLst>
          </p:cNvPr>
          <p:cNvSpPr txBox="1"/>
          <p:nvPr/>
        </p:nvSpPr>
        <p:spPr>
          <a:xfrm>
            <a:off x="382398" y="354881"/>
            <a:ext cx="7134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マーケットプレイスに関する権限を追加</a:t>
            </a:r>
            <a:endParaRPr lang="en-US" altLang="ja-JP" sz="2800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0E8BDB4-AEB5-222D-CC66-CAC61FAE6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11" y="878101"/>
            <a:ext cx="11265978" cy="540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2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1B32E-7532-E022-E499-17643B40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C21D34B-B2D3-96B4-A671-6392B948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431" y="397736"/>
            <a:ext cx="8971138" cy="60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6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3156-E5E9-183E-492A-FC491942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C42D917-BE27-E4DC-9744-01064C61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51" y="1018247"/>
            <a:ext cx="886492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dirty="0"/>
              <a:t>新仕様では、</a:t>
            </a:r>
            <a:r>
              <a:rPr lang="en-US" altLang="ja-JP" dirty="0"/>
              <a:t>Marketplace </a:t>
            </a:r>
            <a:r>
              <a:rPr lang="ja-JP" altLang="en-US" dirty="0"/>
              <a:t>モデルは</a:t>
            </a:r>
          </a:p>
          <a:p>
            <a:r>
              <a:rPr lang="en-US" altLang="ja-JP" dirty="0"/>
              <a:t>Marketplace </a:t>
            </a:r>
            <a:r>
              <a:rPr lang="ja-JP" altLang="en-US" dirty="0"/>
              <a:t>権限を持つユーザーが </a:t>
            </a:r>
            <a:r>
              <a:rPr lang="en-US" altLang="ja-JP" dirty="0"/>
              <a:t>1 </a:t>
            </a:r>
            <a:r>
              <a:rPr lang="ja-JP" altLang="en-US" dirty="0"/>
              <a:t>回 </a:t>
            </a:r>
            <a:r>
              <a:rPr lang="en-US" altLang="ja-JP" dirty="0" err="1"/>
              <a:t>InvokeModel</a:t>
            </a:r>
            <a:r>
              <a:rPr lang="en-US" altLang="ja-JP" dirty="0"/>
              <a:t> </a:t>
            </a:r>
            <a:r>
              <a:rPr lang="ja-JP" altLang="en-US" dirty="0"/>
              <a:t>を成功させると有効化される</a:t>
            </a:r>
            <a:br>
              <a:rPr lang="en-US" altLang="ja-JP" dirty="0"/>
            </a:br>
            <a:r>
              <a:rPr lang="ja-JP" altLang="en-US" dirty="0"/>
              <a:t>つまり、手動で </a:t>
            </a:r>
            <a:r>
              <a:rPr lang="en-US" altLang="ja-JP" dirty="0"/>
              <a:t>1 </a:t>
            </a:r>
            <a:r>
              <a:rPr lang="ja-JP" altLang="en-US" dirty="0"/>
              <a:t>回呼ぶ必要がある</a:t>
            </a:r>
          </a:p>
        </p:txBody>
      </p:sp>
      <p:pic>
        <p:nvPicPr>
          <p:cNvPr id="5" name="図 4" descr="テキスト">
            <a:extLst>
              <a:ext uri="{FF2B5EF4-FFF2-40B4-BE49-F238E27FC236}">
                <a16:creationId xmlns:a16="http://schemas.microsoft.com/office/drawing/2014/main" id="{EF1E6BF7-F156-2BAF-E8A4-4C88B0B8D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1" y="2138559"/>
            <a:ext cx="5872293" cy="220703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763974-6693-108E-DC8B-4F23CB9360D5}"/>
              </a:ext>
            </a:extLst>
          </p:cNvPr>
          <p:cNvSpPr txBox="1"/>
          <p:nvPr/>
        </p:nvSpPr>
        <p:spPr>
          <a:xfrm>
            <a:off x="494952" y="5326635"/>
            <a:ext cx="7487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>
                <a:hlinkClick r:id="rId3"/>
              </a:rPr>
              <a:t>InvokeModel</a:t>
            </a:r>
            <a:r>
              <a:rPr lang="en-US" altLang="ja-JP" dirty="0">
                <a:hlinkClick r:id="rId3"/>
              </a:rPr>
              <a:t> </a:t>
            </a:r>
            <a:r>
              <a:rPr lang="ja-JP" altLang="en-US" dirty="0">
                <a:hlinkClick r:id="rId3"/>
              </a:rPr>
              <a:t>で </a:t>
            </a:r>
            <a:r>
              <a:rPr lang="en-US" altLang="ja-JP" dirty="0">
                <a:hlinkClick r:id="rId3"/>
              </a:rPr>
              <a:t>1 </a:t>
            </a:r>
            <a:r>
              <a:rPr lang="ja-JP" altLang="en-US" dirty="0">
                <a:hlinkClick r:id="rId3"/>
              </a:rPr>
              <a:t>つのプロンプトを送信する </a:t>
            </a:r>
            <a:r>
              <a:rPr lang="en-US" altLang="ja-JP" dirty="0">
                <a:hlinkClick r:id="rId3"/>
              </a:rPr>
              <a:t>- Amazon Bedrock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C9024D5-F0C8-897E-C432-89DB8CB845DB}"/>
              </a:ext>
            </a:extLst>
          </p:cNvPr>
          <p:cNvSpPr txBox="1"/>
          <p:nvPr/>
        </p:nvSpPr>
        <p:spPr>
          <a:xfrm>
            <a:off x="494951" y="4753891"/>
            <a:ext cx="9269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Amazon Bedrock </a:t>
            </a:r>
            <a:r>
              <a:rPr lang="ja-JP" altLang="en-US" dirty="0">
                <a:hlinkClick r:id="rId4"/>
              </a:rPr>
              <a:t>のモデルアクセス廃止に関しておさえておくとよいこと </a:t>
            </a:r>
            <a:r>
              <a:rPr lang="en-US" altLang="ja-JP" dirty="0">
                <a:hlinkClick r:id="rId4"/>
              </a:rPr>
              <a:t>#AWS - </a:t>
            </a:r>
            <a:r>
              <a:rPr lang="en-US" altLang="ja-JP" dirty="0" err="1">
                <a:hlinkClick r:id="rId4"/>
              </a:rPr>
              <a:t>Qiita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4F212C-8CD7-F18A-93B8-5798948A77C0}"/>
              </a:ext>
            </a:extLst>
          </p:cNvPr>
          <p:cNvSpPr txBox="1"/>
          <p:nvPr/>
        </p:nvSpPr>
        <p:spPr>
          <a:xfrm>
            <a:off x="494951" y="5964743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5"/>
              </a:rPr>
              <a:t>Cohere Embed v3 - Amazon Bedrock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32E0AF-A9AB-64A2-8B97-80CB470AC1F6}"/>
              </a:ext>
            </a:extLst>
          </p:cNvPr>
          <p:cNvSpPr txBox="1"/>
          <p:nvPr/>
        </p:nvSpPr>
        <p:spPr>
          <a:xfrm>
            <a:off x="382398" y="354881"/>
            <a:ext cx="4114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モデルアクセスについて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47857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63D7-1A7F-785B-DED7-C26731C1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0014EA4B-62A3-6E8B-6B95-71A11882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5" y="885037"/>
            <a:ext cx="5403486" cy="230699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B4DED12-056B-6263-5DC4-98301E1B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75" y="3665972"/>
            <a:ext cx="11170423" cy="93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8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18B523-245E-186E-B499-47996B2CA785}"/>
              </a:ext>
            </a:extLst>
          </p:cNvPr>
          <p:cNvSpPr txBox="1"/>
          <p:nvPr/>
        </p:nvSpPr>
        <p:spPr>
          <a:xfrm>
            <a:off x="494948" y="436228"/>
            <a:ext cx="7717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S3</a:t>
            </a:r>
            <a:r>
              <a:rPr lang="ja-JP" altLang="en-US" sz="2800" dirty="0"/>
              <a:t>バケット作成し、ドキュメントアップロード</a:t>
            </a:r>
            <a:endParaRPr lang="en-US" altLang="ja-JP" sz="2800" dirty="0"/>
          </a:p>
        </p:txBody>
      </p:sp>
      <p:pic>
        <p:nvPicPr>
          <p:cNvPr id="7" name="図 6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2EF07026-1B02-F613-203E-CFD9B11B7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48" y="1115736"/>
            <a:ext cx="9756399" cy="3292004"/>
          </a:xfrm>
          <a:prstGeom prst="rect">
            <a:avLst/>
          </a:prstGeom>
        </p:spPr>
      </p:pic>
      <p:pic>
        <p:nvPicPr>
          <p:cNvPr id="9" name="図 8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30B742E4-CF8A-9A99-56FF-5BBDFCC5E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48" y="4502499"/>
            <a:ext cx="5989441" cy="216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7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66A9839-2260-EA22-2FA1-FFAE9BC28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dirty="0">
                <a:latin typeface="Arial" panose="020B0604020202020204" pitchFamily="34" charset="0"/>
              </a:rPr>
              <a:t>ナレッジベースを作成</a:t>
            </a:r>
            <a:endParaRPr kumimoji="0" lang="ja-JP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6ABF87-1ADA-7816-ED36-9E36E422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21" y="1037666"/>
            <a:ext cx="10320357" cy="516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8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E785B648-7538-CA48-FFA6-69F93570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33" y="465589"/>
            <a:ext cx="9627733" cy="59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2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357A-3BC8-AE7E-8D9F-3171A93F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26CE686-1293-711D-662C-CCBBBF8D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341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データソースを選択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D780FCA-BE23-6C61-E7AF-89B9D1EA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9" y="953122"/>
            <a:ext cx="5350923" cy="4466166"/>
          </a:xfrm>
          <a:prstGeom prst="rect">
            <a:avLst/>
          </a:prstGeom>
        </p:spPr>
      </p:pic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FDE8F2D-B1F2-35E2-2ED1-31484962A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953" y="1015069"/>
            <a:ext cx="6153098" cy="53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8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94B4-43DC-D057-A600-71A7AE98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7C2FE2F-8180-4B51-0B03-2DE6E8A58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埋め込みモデルを選択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図 8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5507ADAE-2166-B3E0-D774-37C3ADE7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810974"/>
            <a:ext cx="9831172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8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53C4-A878-E719-BC66-322BC57E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FB17971-1C56-B5B8-B3D5-4454197E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8" y="287754"/>
            <a:ext cx="4957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dirty="0">
                <a:latin typeface="Arial" panose="020B0604020202020204" pitchFamily="34" charset="0"/>
              </a:rPr>
              <a:t>ベクトルデータベースを作成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88825D7E-DCE5-AC3F-EF9D-86996066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31" y="810974"/>
            <a:ext cx="7637338" cy="57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9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A7C7-1161-E677-235A-FEE7D8ED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028CCCA-B5DE-E1D9-3E72-A72D04F54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91614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同期ボタンで、データソースのドキュメントを読み込み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615218B-0B21-3605-9E59-04D45054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91" y="1071264"/>
            <a:ext cx="9284418" cy="549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35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504B-691F-7AB8-90BA-1A361F7D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CAABCF-7614-0110-5128-19062EC40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99629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800" dirty="0">
                <a:latin typeface="Arial" panose="020B0604020202020204" pitchFamily="34" charset="0"/>
              </a:rPr>
              <a:t>Anthropic</a:t>
            </a:r>
            <a:r>
              <a:rPr kumimoji="0" lang="ja-JP" altLang="en-US" sz="2800" dirty="0">
                <a:latin typeface="Arial" panose="020B0604020202020204" pitchFamily="34" charset="0"/>
              </a:rPr>
              <a:t>のモデルはチャットからユースケースの申請が必要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図 2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2F437A8A-2F7C-27B6-5147-FE43549F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1" y="1004151"/>
            <a:ext cx="6474845" cy="556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77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83AF-2FB9-6C51-0A5C-AE2F7E6C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3F3299F-D507-BBBE-6F94-54B4A4AE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41344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dirty="0">
                <a:latin typeface="Arial" panose="020B0604020202020204" pitchFamily="34" charset="0"/>
              </a:rPr>
              <a:t>ナレッジベースをテスト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図 2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29E45FCE-D443-6340-E4F8-38644BB6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9" y="896814"/>
            <a:ext cx="9362113" cy="556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2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C6EC-AABC-1363-E74F-ABE2BF34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D7B0AB2-08CD-A680-7ABF-D71E4483C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49" y="287754"/>
            <a:ext cx="59298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取り込んだドキュメントを基に解答</a:t>
            </a:r>
            <a:endParaRPr kumimoji="0" lang="en-US" altLang="ja-JP" sz="2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4E8DE6C-38E9-2A7E-6ECD-AA6CC86B4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5" y="897622"/>
            <a:ext cx="4193447" cy="5591262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Word&#10;&#10;AI 生成コンテンツは誤りを含む可能性があります。">
            <a:extLst>
              <a:ext uri="{FF2B5EF4-FFF2-40B4-BE49-F238E27FC236}">
                <a16:creationId xmlns:a16="http://schemas.microsoft.com/office/drawing/2014/main" id="{8433B5BF-0E5A-F004-7946-6C928D362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431" y="897622"/>
            <a:ext cx="5170979" cy="559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6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244</Words>
  <Application>Microsoft Office PowerPoint</Application>
  <PresentationFormat>ワイド画面</PresentationFormat>
  <Paragraphs>39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游ゴシック Light</vt:lpstr>
      <vt:lpstr>Arial</vt:lpstr>
      <vt:lpstr>Office テーマ</vt:lpstr>
      <vt:lpstr>Amazon Bedrock(RAG)</vt:lpstr>
      <vt:lpstr>RAG（Retrieval-Augmented Generation）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順哉 徳重</dc:creator>
  <cp:lastModifiedBy>順哉 徳重</cp:lastModifiedBy>
  <cp:revision>3</cp:revision>
  <dcterms:created xsi:type="dcterms:W3CDTF">2025-06-28T10:08:11Z</dcterms:created>
  <dcterms:modified xsi:type="dcterms:W3CDTF">2026-01-25T08:47:10Z</dcterms:modified>
</cp:coreProperties>
</file>