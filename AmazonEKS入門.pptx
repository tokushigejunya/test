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80" r:id="rId5"/>
    <p:sldId id="281" r:id="rId6"/>
    <p:sldId id="282" r:id="rId7"/>
    <p:sldId id="260" r:id="rId8"/>
    <p:sldId id="264" r:id="rId9"/>
    <p:sldId id="284" r:id="rId10"/>
    <p:sldId id="270" r:id="rId11"/>
    <p:sldId id="279" r:id="rId12"/>
    <p:sldId id="278" r:id="rId13"/>
    <p:sldId id="266" r:id="rId14"/>
    <p:sldId id="269" r:id="rId15"/>
    <p:sldId id="271" r:id="rId16"/>
    <p:sldId id="272" r:id="rId17"/>
    <p:sldId id="274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E8801-B434-46BA-8F7F-262F3CCC920D}" v="81" dt="2025-08-02T16:00:06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順哉 徳重" userId="61863bed2814b00a" providerId="LiveId" clId="{1B5E8801-B434-46BA-8F7F-262F3CCC920D}"/>
    <pc:docChg chg="undo custSel addSld delSld modSld sldOrd">
      <pc:chgData name="順哉 徳重" userId="61863bed2814b00a" providerId="LiveId" clId="{1B5E8801-B434-46BA-8F7F-262F3CCC920D}" dt="2025-08-06T23:25:19.363" v="2393" actId="20577"/>
      <pc:docMkLst>
        <pc:docMk/>
      </pc:docMkLst>
      <pc:sldChg chg="addSp delSp modSp del mod">
        <pc:chgData name="順哉 徳重" userId="61863bed2814b00a" providerId="LiveId" clId="{1B5E8801-B434-46BA-8F7F-262F3CCC920D}" dt="2025-08-02T09:16:21.059" v="2045" actId="47"/>
        <pc:sldMkLst>
          <pc:docMk/>
          <pc:sldMk cId="3692582954" sldId="256"/>
        </pc:sldMkLst>
      </pc:sldChg>
      <pc:sldChg chg="modSp mod">
        <pc:chgData name="順哉 徳重" userId="61863bed2814b00a" providerId="LiveId" clId="{1B5E8801-B434-46BA-8F7F-262F3CCC920D}" dt="2025-08-02T02:33:35.105" v="1892" actId="20577"/>
        <pc:sldMkLst>
          <pc:docMk/>
          <pc:sldMk cId="1528216126" sldId="257"/>
        </pc:sldMkLst>
        <pc:spChg chg="mod">
          <ac:chgData name="順哉 徳重" userId="61863bed2814b00a" providerId="LiveId" clId="{1B5E8801-B434-46BA-8F7F-262F3CCC920D}" dt="2025-08-02T02:33:35.105" v="1892" actId="20577"/>
          <ac:spMkLst>
            <pc:docMk/>
            <pc:sldMk cId="1528216126" sldId="257"/>
            <ac:spMk id="2" creationId="{3280058D-49E3-AF83-0C38-2B9F69507393}"/>
          </ac:spMkLst>
        </pc:spChg>
      </pc:sldChg>
      <pc:sldChg chg="addSp delSp modSp mod">
        <pc:chgData name="順哉 徳重" userId="61863bed2814b00a" providerId="LiveId" clId="{1B5E8801-B434-46BA-8F7F-262F3CCC920D}" dt="2025-08-02T09:59:05.997" v="2246" actId="1076"/>
        <pc:sldMkLst>
          <pc:docMk/>
          <pc:sldMk cId="2133145107" sldId="258"/>
        </pc:sldMkLst>
        <pc:spChg chg="mod">
          <ac:chgData name="順哉 徳重" userId="61863bed2814b00a" providerId="LiveId" clId="{1B5E8801-B434-46BA-8F7F-262F3CCC920D}" dt="2025-08-02T04:16:39.987" v="1993" actId="2711"/>
          <ac:spMkLst>
            <pc:docMk/>
            <pc:sldMk cId="2133145107" sldId="258"/>
            <ac:spMk id="2" creationId="{674C3C5E-5927-F8CE-033C-63B6BED69D06}"/>
          </ac:spMkLst>
        </pc:spChg>
        <pc:picChg chg="add mod">
          <ac:chgData name="順哉 徳重" userId="61863bed2814b00a" providerId="LiveId" clId="{1B5E8801-B434-46BA-8F7F-262F3CCC920D}" dt="2025-08-02T09:59:05.997" v="2246" actId="1076"/>
          <ac:picMkLst>
            <pc:docMk/>
            <pc:sldMk cId="2133145107" sldId="258"/>
            <ac:picMk id="9" creationId="{C8E3D03C-9294-2CA8-5E81-174FC4D5B482}"/>
          </ac:picMkLst>
        </pc:picChg>
      </pc:sldChg>
      <pc:sldChg chg="addSp delSp modSp mod">
        <pc:chgData name="順哉 徳重" userId="61863bed2814b00a" providerId="LiveId" clId="{1B5E8801-B434-46BA-8F7F-262F3CCC920D}" dt="2025-08-02T03:49:34.785" v="1963" actId="1076"/>
        <pc:sldMkLst>
          <pc:docMk/>
          <pc:sldMk cId="3546876856" sldId="260"/>
        </pc:sldMkLst>
        <pc:spChg chg="mod">
          <ac:chgData name="順哉 徳重" userId="61863bed2814b00a" providerId="LiveId" clId="{1B5E8801-B434-46BA-8F7F-262F3CCC920D}" dt="2025-08-02T03:49:16.176" v="1962" actId="20577"/>
          <ac:spMkLst>
            <pc:docMk/>
            <pc:sldMk cId="3546876856" sldId="260"/>
            <ac:spMk id="4" creationId="{4D18B523-245E-186E-B499-47996B2CA785}"/>
          </ac:spMkLst>
        </pc:spChg>
        <pc:picChg chg="add mod">
          <ac:chgData name="順哉 徳重" userId="61863bed2814b00a" providerId="LiveId" clId="{1B5E8801-B434-46BA-8F7F-262F3CCC920D}" dt="2025-08-02T03:49:34.785" v="1963" actId="1076"/>
          <ac:picMkLst>
            <pc:docMk/>
            <pc:sldMk cId="3546876856" sldId="260"/>
            <ac:picMk id="5" creationId="{26C94BF3-3AD1-BAEC-AE45-514EC7403AA9}"/>
          </ac:picMkLst>
        </pc:picChg>
      </pc:sldChg>
      <pc:sldChg chg="addSp delSp modSp mod ord">
        <pc:chgData name="順哉 徳重" userId="61863bed2814b00a" providerId="LiveId" clId="{1B5E8801-B434-46BA-8F7F-262F3CCC920D}" dt="2025-08-02T08:30:45.833" v="2001" actId="1076"/>
        <pc:sldMkLst>
          <pc:docMk/>
          <pc:sldMk cId="3860974027" sldId="261"/>
        </pc:sldMkLst>
        <pc:spChg chg="add mod">
          <ac:chgData name="順哉 徳重" userId="61863bed2814b00a" providerId="LiveId" clId="{1B5E8801-B434-46BA-8F7F-262F3CCC920D}" dt="2025-08-02T04:17:02.600" v="1994" actId="255"/>
          <ac:spMkLst>
            <pc:docMk/>
            <pc:sldMk cId="3860974027" sldId="261"/>
            <ac:spMk id="10" creationId="{55274DF9-FE10-C756-A3DD-A0945923BFFE}"/>
          </ac:spMkLst>
        </pc:spChg>
        <pc:picChg chg="add mod">
          <ac:chgData name="順哉 徳重" userId="61863bed2814b00a" providerId="LiveId" clId="{1B5E8801-B434-46BA-8F7F-262F3CCC920D}" dt="2025-08-02T08:30:45.833" v="2001" actId="1076"/>
          <ac:picMkLst>
            <pc:docMk/>
            <pc:sldMk cId="3860974027" sldId="261"/>
            <ac:picMk id="8" creationId="{1B5DC94A-8D55-AC2E-131B-7C9D313620CA}"/>
          </ac:picMkLst>
        </pc:picChg>
      </pc:sldChg>
      <pc:sldChg chg="addSp delSp modSp del mod">
        <pc:chgData name="順哉 徳重" userId="61863bed2814b00a" providerId="LiveId" clId="{1B5E8801-B434-46BA-8F7F-262F3CCC920D}" dt="2025-08-02T09:08:12.815" v="2002" actId="2696"/>
        <pc:sldMkLst>
          <pc:docMk/>
          <pc:sldMk cId="4228841078" sldId="262"/>
        </pc:sldMkLst>
      </pc:sldChg>
      <pc:sldChg chg="addSp delSp modSp new del mod">
        <pc:chgData name="順哉 徳重" userId="61863bed2814b00a" providerId="LiveId" clId="{1B5E8801-B434-46BA-8F7F-262F3CCC920D}" dt="2025-08-02T09:08:17.189" v="2003" actId="2696"/>
        <pc:sldMkLst>
          <pc:docMk/>
          <pc:sldMk cId="2339050473" sldId="263"/>
        </pc:sldMkLst>
      </pc:sldChg>
      <pc:sldChg chg="addSp delSp modSp new mod">
        <pc:chgData name="順哉 徳重" userId="61863bed2814b00a" providerId="LiveId" clId="{1B5E8801-B434-46BA-8F7F-262F3CCC920D}" dt="2025-08-02T09:15:41.334" v="2032" actId="1076"/>
        <pc:sldMkLst>
          <pc:docMk/>
          <pc:sldMk cId="1392983518" sldId="264"/>
        </pc:sldMkLst>
        <pc:spChg chg="add mod">
          <ac:chgData name="順哉 徳重" userId="61863bed2814b00a" providerId="LiveId" clId="{1B5E8801-B434-46BA-8F7F-262F3CCC920D}" dt="2025-08-02T09:10:18.110" v="2028" actId="255"/>
          <ac:spMkLst>
            <pc:docMk/>
            <pc:sldMk cId="1392983518" sldId="264"/>
            <ac:spMk id="4" creationId="{866A9839-2260-EA22-2FA1-FFAE9BC28195}"/>
          </ac:spMkLst>
        </pc:spChg>
        <pc:picChg chg="add mod">
          <ac:chgData name="順哉 徳重" userId="61863bed2814b00a" providerId="LiveId" clId="{1B5E8801-B434-46BA-8F7F-262F3CCC920D}" dt="2025-08-02T09:15:41.334" v="2032" actId="1076"/>
          <ac:picMkLst>
            <pc:docMk/>
            <pc:sldMk cId="1392983518" sldId="264"/>
            <ac:picMk id="5" creationId="{DCA78BCB-4A11-3794-AA70-AECBAD9EC903}"/>
          </ac:picMkLst>
        </pc:picChg>
      </pc:sldChg>
      <pc:sldChg chg="addSp delSp modSp add mod">
        <pc:chgData name="順哉 徳重" userId="61863bed2814b00a" providerId="LiveId" clId="{1B5E8801-B434-46BA-8F7F-262F3CCC920D}" dt="2025-08-02T09:46:38.133" v="2144" actId="20577"/>
        <pc:sldMkLst>
          <pc:docMk/>
          <pc:sldMk cId="567786894" sldId="265"/>
        </pc:sldMkLst>
        <pc:spChg chg="mod">
          <ac:chgData name="順哉 徳重" userId="61863bed2814b00a" providerId="LiveId" clId="{1B5E8801-B434-46BA-8F7F-262F3CCC920D}" dt="2025-08-02T09:46:38.133" v="2144" actId="20577"/>
          <ac:spMkLst>
            <pc:docMk/>
            <pc:sldMk cId="567786894" sldId="265"/>
            <ac:spMk id="4" creationId="{426CE686-1293-711D-662C-CCBBBF8D2C58}"/>
          </ac:spMkLst>
        </pc:spChg>
        <pc:picChg chg="add mod">
          <ac:chgData name="順哉 徳重" userId="61863bed2814b00a" providerId="LiveId" clId="{1B5E8801-B434-46BA-8F7F-262F3CCC920D}" dt="2025-08-02T09:42:50.922" v="2050" actId="1076"/>
          <ac:picMkLst>
            <pc:docMk/>
            <pc:sldMk cId="567786894" sldId="265"/>
            <ac:picMk id="3" creationId="{5C80AE94-BA96-9412-64A0-E450BB58CF8D}"/>
          </ac:picMkLst>
        </pc:picChg>
      </pc:sldChg>
      <pc:sldChg chg="addSp delSp modSp add del mod">
        <pc:chgData name="順哉 徳重" userId="61863bed2814b00a" providerId="LiveId" clId="{1B5E8801-B434-46BA-8F7F-262F3CCC920D}" dt="2025-08-02T09:15:51.462" v="2033" actId="47"/>
        <pc:sldMkLst>
          <pc:docMk/>
          <pc:sldMk cId="3706581360" sldId="265"/>
        </pc:sldMkLst>
      </pc:sldChg>
      <pc:sldChg chg="addSp delSp modSp add del mod">
        <pc:chgData name="順哉 徳重" userId="61863bed2814b00a" providerId="LiveId" clId="{1B5E8801-B434-46BA-8F7F-262F3CCC920D}" dt="2025-08-02T09:15:55.124" v="2034" actId="47"/>
        <pc:sldMkLst>
          <pc:docMk/>
          <pc:sldMk cId="1575494219" sldId="266"/>
        </pc:sldMkLst>
      </pc:sldChg>
      <pc:sldChg chg="addSp delSp modSp add mod">
        <pc:chgData name="順哉 徳重" userId="61863bed2814b00a" providerId="LiveId" clId="{1B5E8801-B434-46BA-8F7F-262F3CCC920D}" dt="2025-08-02T09:44:05.846" v="2115" actId="1076"/>
        <pc:sldMkLst>
          <pc:docMk/>
          <pc:sldMk cId="3976586341" sldId="266"/>
        </pc:sldMkLst>
        <pc:spChg chg="mod">
          <ac:chgData name="順哉 徳重" userId="61863bed2814b00a" providerId="LiveId" clId="{1B5E8801-B434-46BA-8F7F-262F3CCC920D}" dt="2025-08-02T09:43:36.445" v="2111" actId="20577"/>
          <ac:spMkLst>
            <pc:docMk/>
            <pc:sldMk cId="3976586341" sldId="266"/>
            <ac:spMk id="4" creationId="{77C2FE2F-8180-4B51-0B03-2DE6E8A58C44}"/>
          </ac:spMkLst>
        </pc:spChg>
        <pc:picChg chg="add mod">
          <ac:chgData name="順哉 徳重" userId="61863bed2814b00a" providerId="LiveId" clId="{1B5E8801-B434-46BA-8F7F-262F3CCC920D}" dt="2025-08-02T09:44:05.846" v="2115" actId="1076"/>
          <ac:picMkLst>
            <pc:docMk/>
            <pc:sldMk cId="3976586341" sldId="266"/>
            <ac:picMk id="5" creationId="{8F347732-47AA-7DFB-8AD7-5E61E9585CEA}"/>
          </ac:picMkLst>
        </pc:picChg>
      </pc:sldChg>
      <pc:sldChg chg="addSp delSp modSp add mod">
        <pc:chgData name="順哉 徳重" userId="61863bed2814b00a" providerId="LiveId" clId="{1B5E8801-B434-46BA-8F7F-262F3CCC920D}" dt="2025-08-02T09:46:09.743" v="2132" actId="1076"/>
        <pc:sldMkLst>
          <pc:docMk/>
          <pc:sldMk cId="2189996101" sldId="267"/>
        </pc:sldMkLst>
        <pc:spChg chg="mod">
          <ac:chgData name="順哉 徳重" userId="61863bed2814b00a" providerId="LiveId" clId="{1B5E8801-B434-46BA-8F7F-262F3CCC920D}" dt="2025-08-02T09:44:30.347" v="2128" actId="20577"/>
          <ac:spMkLst>
            <pc:docMk/>
            <pc:sldMk cId="2189996101" sldId="267"/>
            <ac:spMk id="4" creationId="{AFB17971-1C56-B5B8-B3D5-4454197EF1F4}"/>
          </ac:spMkLst>
        </pc:spChg>
        <pc:picChg chg="add mod">
          <ac:chgData name="順哉 徳重" userId="61863bed2814b00a" providerId="LiveId" clId="{1B5E8801-B434-46BA-8F7F-262F3CCC920D}" dt="2025-08-02T09:46:09.743" v="2132" actId="1076"/>
          <ac:picMkLst>
            <pc:docMk/>
            <pc:sldMk cId="2189996101" sldId="267"/>
            <ac:picMk id="3" creationId="{D1C8855C-A6F0-83C5-19DA-E4E39BD2D128}"/>
          </ac:picMkLst>
        </pc:picChg>
      </pc:sldChg>
      <pc:sldChg chg="addSp delSp modSp add del mod">
        <pc:chgData name="順哉 徳重" userId="61863bed2814b00a" providerId="LiveId" clId="{1B5E8801-B434-46BA-8F7F-262F3CCC920D}" dt="2025-08-02T09:15:59.947" v="2037" actId="47"/>
        <pc:sldMkLst>
          <pc:docMk/>
          <pc:sldMk cId="3820719319" sldId="267"/>
        </pc:sldMkLst>
      </pc:sldChg>
      <pc:sldChg chg="addSp delSp modSp add mod">
        <pc:chgData name="順哉 徳重" userId="61863bed2814b00a" providerId="LiveId" clId="{1B5E8801-B434-46BA-8F7F-262F3CCC920D}" dt="2025-08-02T09:47:27.728" v="2184" actId="1076"/>
        <pc:sldMkLst>
          <pc:docMk/>
          <pc:sldMk cId="2071335713" sldId="268"/>
        </pc:sldMkLst>
        <pc:spChg chg="mod">
          <ac:chgData name="順哉 徳重" userId="61863bed2814b00a" providerId="LiveId" clId="{1B5E8801-B434-46BA-8F7F-262F3CCC920D}" dt="2025-08-02T09:46:56.170" v="2180" actId="20577"/>
          <ac:spMkLst>
            <pc:docMk/>
            <pc:sldMk cId="2071335713" sldId="268"/>
            <ac:spMk id="4" creationId="{5028CCCA-B5DE-E1D9-3E72-A72D04F5478E}"/>
          </ac:spMkLst>
        </pc:spChg>
        <pc:picChg chg="add mod">
          <ac:chgData name="順哉 徳重" userId="61863bed2814b00a" providerId="LiveId" clId="{1B5E8801-B434-46BA-8F7F-262F3CCC920D}" dt="2025-08-02T09:47:27.728" v="2184" actId="1076"/>
          <ac:picMkLst>
            <pc:docMk/>
            <pc:sldMk cId="2071335713" sldId="268"/>
            <ac:picMk id="5" creationId="{1617F0E2-3A50-A042-DCA4-4D11F301681C}"/>
          </ac:picMkLst>
        </pc:picChg>
      </pc:sldChg>
      <pc:sldChg chg="addSp modSp add del mod ord">
        <pc:chgData name="順哉 徳重" userId="61863bed2814b00a" providerId="LiveId" clId="{1B5E8801-B434-46BA-8F7F-262F3CCC920D}" dt="2025-08-02T09:16:06.728" v="2044" actId="47"/>
        <pc:sldMkLst>
          <pc:docMk/>
          <pc:sldMk cId="2857466395" sldId="268"/>
        </pc:sldMkLst>
      </pc:sldChg>
      <pc:sldChg chg="addSp delSp modSp add mod">
        <pc:chgData name="順哉 徳重" userId="61863bed2814b00a" providerId="LiveId" clId="{1B5E8801-B434-46BA-8F7F-262F3CCC920D}" dt="2025-08-02T09:54:11.454" v="2207" actId="1076"/>
        <pc:sldMkLst>
          <pc:docMk/>
          <pc:sldMk cId="1694024932" sldId="269"/>
        </pc:sldMkLst>
        <pc:spChg chg="mod">
          <ac:chgData name="順哉 徳重" userId="61863bed2814b00a" providerId="LiveId" clId="{1B5E8801-B434-46BA-8F7F-262F3CCC920D}" dt="2025-08-02T09:53:43.500" v="2202" actId="20577"/>
          <ac:spMkLst>
            <pc:docMk/>
            <pc:sldMk cId="1694024932" sldId="269"/>
            <ac:spMk id="4" creationId="{A8E0D747-77EC-A459-5922-A6F22190ED65}"/>
          </ac:spMkLst>
        </pc:spChg>
        <pc:picChg chg="add mod">
          <ac:chgData name="順哉 徳重" userId="61863bed2814b00a" providerId="LiveId" clId="{1B5E8801-B434-46BA-8F7F-262F3CCC920D}" dt="2025-08-02T09:54:11.454" v="2207" actId="1076"/>
          <ac:picMkLst>
            <pc:docMk/>
            <pc:sldMk cId="1694024932" sldId="269"/>
            <ac:picMk id="3" creationId="{64F56CA8-F1DC-BAFE-81EB-B59D1612F9D1}"/>
          </ac:picMkLst>
        </pc:picChg>
      </pc:sldChg>
      <pc:sldChg chg="addSp delSp modSp add del mod ord">
        <pc:chgData name="順哉 徳重" userId="61863bed2814b00a" providerId="LiveId" clId="{1B5E8801-B434-46BA-8F7F-262F3CCC920D}" dt="2025-08-02T09:15:58.259" v="2035" actId="47"/>
        <pc:sldMkLst>
          <pc:docMk/>
          <pc:sldMk cId="1720945993" sldId="269"/>
        </pc:sldMkLst>
      </pc:sldChg>
      <pc:sldChg chg="addSp delSp modSp add mod">
        <pc:chgData name="順哉 徳重" userId="61863bed2814b00a" providerId="LiveId" clId="{1B5E8801-B434-46BA-8F7F-262F3CCC920D}" dt="2025-08-02T09:56:22.503" v="2227" actId="478"/>
        <pc:sldMkLst>
          <pc:docMk/>
          <pc:sldMk cId="2888629864" sldId="270"/>
        </pc:sldMkLst>
        <pc:spChg chg="mod">
          <ac:chgData name="順哉 徳重" userId="61863bed2814b00a" providerId="LiveId" clId="{1B5E8801-B434-46BA-8F7F-262F3CCC920D}" dt="2025-08-02T09:55:03.695" v="2219" actId="20577"/>
          <ac:spMkLst>
            <pc:docMk/>
            <pc:sldMk cId="2888629864" sldId="270"/>
            <ac:spMk id="10" creationId="{CCE39F5F-5DA7-860B-5652-1A81A42DD6D1}"/>
          </ac:spMkLst>
        </pc:spChg>
        <pc:picChg chg="add mod">
          <ac:chgData name="順哉 徳重" userId="61863bed2814b00a" providerId="LiveId" clId="{1B5E8801-B434-46BA-8F7F-262F3CCC920D}" dt="2025-08-02T09:55:31.378" v="2223" actId="1076"/>
          <ac:picMkLst>
            <pc:docMk/>
            <pc:sldMk cId="2888629864" sldId="270"/>
            <ac:picMk id="3" creationId="{2903160F-B35D-1379-AD93-E4F8A6746B3E}"/>
          </ac:picMkLst>
        </pc:picChg>
      </pc:sldChg>
      <pc:sldChg chg="addSp modSp add del mod ord">
        <pc:chgData name="順哉 徳重" userId="61863bed2814b00a" providerId="LiveId" clId="{1B5E8801-B434-46BA-8F7F-262F3CCC920D}" dt="2025-08-02T09:15:59.156" v="2036" actId="47"/>
        <pc:sldMkLst>
          <pc:docMk/>
          <pc:sldMk cId="3174488108" sldId="270"/>
        </pc:sldMkLst>
      </pc:sldChg>
      <pc:sldChg chg="addSp delSp modSp add mod">
        <pc:chgData name="順哉 徳重" userId="61863bed2814b00a" providerId="LiveId" clId="{1B5E8801-B434-46BA-8F7F-262F3CCC920D}" dt="2025-08-02T10:09:12.436" v="2288" actId="1076"/>
        <pc:sldMkLst>
          <pc:docMk/>
          <pc:sldMk cId="1723064851" sldId="271"/>
        </pc:sldMkLst>
        <pc:spChg chg="mod">
          <ac:chgData name="順哉 徳重" userId="61863bed2814b00a" providerId="LiveId" clId="{1B5E8801-B434-46BA-8F7F-262F3CCC920D}" dt="2025-08-02T10:08:12.961" v="2284" actId="20577"/>
          <ac:spMkLst>
            <pc:docMk/>
            <pc:sldMk cId="1723064851" sldId="271"/>
            <ac:spMk id="4" creationId="{70E6D1F8-FB3D-1BBB-19E1-42336D832F4F}"/>
          </ac:spMkLst>
        </pc:spChg>
        <pc:picChg chg="add mod">
          <ac:chgData name="順哉 徳重" userId="61863bed2814b00a" providerId="LiveId" clId="{1B5E8801-B434-46BA-8F7F-262F3CCC920D}" dt="2025-08-02T10:09:12.436" v="2288" actId="1076"/>
          <ac:picMkLst>
            <pc:docMk/>
            <pc:sldMk cId="1723064851" sldId="271"/>
            <ac:picMk id="5" creationId="{C0505D87-C323-1074-ACCB-BE12112A7BDD}"/>
          </ac:picMkLst>
        </pc:picChg>
      </pc:sldChg>
      <pc:sldChg chg="addSp modSp add del mod">
        <pc:chgData name="順哉 徳重" userId="61863bed2814b00a" providerId="LiveId" clId="{1B5E8801-B434-46BA-8F7F-262F3CCC920D}" dt="2025-08-02T09:16:00.860" v="2038" actId="47"/>
        <pc:sldMkLst>
          <pc:docMk/>
          <pc:sldMk cId="1841643493" sldId="271"/>
        </pc:sldMkLst>
      </pc:sldChg>
      <pc:sldChg chg="addSp delSp modSp add del mod">
        <pc:chgData name="順哉 徳重" userId="61863bed2814b00a" providerId="LiveId" clId="{1B5E8801-B434-46BA-8F7F-262F3CCC920D}" dt="2025-08-02T09:16:02.616" v="2040" actId="47"/>
        <pc:sldMkLst>
          <pc:docMk/>
          <pc:sldMk cId="2575980916" sldId="272"/>
        </pc:sldMkLst>
      </pc:sldChg>
      <pc:sldChg chg="addSp delSp modSp add mod">
        <pc:chgData name="順哉 徳重" userId="61863bed2814b00a" providerId="LiveId" clId="{1B5E8801-B434-46BA-8F7F-262F3CCC920D}" dt="2025-08-02T10:09:53.668" v="2293" actId="1076"/>
        <pc:sldMkLst>
          <pc:docMk/>
          <pc:sldMk cId="3478574041" sldId="272"/>
        </pc:sldMkLst>
        <pc:picChg chg="add mod">
          <ac:chgData name="順哉 徳重" userId="61863bed2814b00a" providerId="LiveId" clId="{1B5E8801-B434-46BA-8F7F-262F3CCC920D}" dt="2025-08-02T10:09:53.668" v="2293" actId="1076"/>
          <ac:picMkLst>
            <pc:docMk/>
            <pc:sldMk cId="3478574041" sldId="272"/>
            <ac:picMk id="3" creationId="{A7EFEEAC-4B30-43FB-4E67-A2BBE04A26BD}"/>
          </ac:picMkLst>
        </pc:picChg>
      </pc:sldChg>
      <pc:sldChg chg="addSp modSp add del mod ord">
        <pc:chgData name="順哉 徳重" userId="61863bed2814b00a" providerId="LiveId" clId="{1B5E8801-B434-46BA-8F7F-262F3CCC920D}" dt="2025-08-02T09:16:05.029" v="2043" actId="47"/>
        <pc:sldMkLst>
          <pc:docMk/>
          <pc:sldMk cId="2046501134" sldId="273"/>
        </pc:sldMkLst>
      </pc:sldChg>
      <pc:sldChg chg="addSp modSp new del mod">
        <pc:chgData name="順哉 徳重" userId="61863bed2814b00a" providerId="LiveId" clId="{1B5E8801-B434-46BA-8F7F-262F3CCC920D}" dt="2025-08-03T12:34:04.978" v="2364" actId="2696"/>
        <pc:sldMkLst>
          <pc:docMk/>
          <pc:sldMk cId="2524822130" sldId="273"/>
        </pc:sldMkLst>
      </pc:sldChg>
      <pc:sldChg chg="addSp delSp modSp add del mod">
        <pc:chgData name="順哉 徳重" userId="61863bed2814b00a" providerId="LiveId" clId="{1B5E8801-B434-46BA-8F7F-262F3CCC920D}" dt="2025-08-02T09:16:03.356" v="2041" actId="47"/>
        <pc:sldMkLst>
          <pc:docMk/>
          <pc:sldMk cId="528908990" sldId="274"/>
        </pc:sldMkLst>
      </pc:sldChg>
      <pc:sldChg chg="addSp delSp modSp add mod">
        <pc:chgData name="順哉 徳重" userId="61863bed2814b00a" providerId="LiveId" clId="{1B5E8801-B434-46BA-8F7F-262F3CCC920D}" dt="2025-08-03T12:34:19.066" v="2386" actId="20577"/>
        <pc:sldMkLst>
          <pc:docMk/>
          <pc:sldMk cId="3422882632" sldId="274"/>
        </pc:sldMkLst>
        <pc:spChg chg="mod">
          <ac:chgData name="順哉 徳重" userId="61863bed2814b00a" providerId="LiveId" clId="{1B5E8801-B434-46BA-8F7F-262F3CCC920D}" dt="2025-08-03T12:34:19.066" v="2386" actId="20577"/>
          <ac:spMkLst>
            <pc:docMk/>
            <pc:sldMk cId="3422882632" sldId="274"/>
            <ac:spMk id="4" creationId="{C3327D72-450D-4290-3EBF-95F44E547703}"/>
          </ac:spMkLst>
        </pc:spChg>
        <pc:picChg chg="add mod">
          <ac:chgData name="順哉 徳重" userId="61863bed2814b00a" providerId="LiveId" clId="{1B5E8801-B434-46BA-8F7F-262F3CCC920D}" dt="2025-08-03T12:33:08.480" v="2363" actId="1076"/>
          <ac:picMkLst>
            <pc:docMk/>
            <pc:sldMk cId="3422882632" sldId="274"/>
            <ac:picMk id="3" creationId="{0036C580-8426-1F2A-EBD0-4500F3288D88}"/>
          </ac:picMkLst>
        </pc:picChg>
      </pc:sldChg>
      <pc:sldChg chg="addSp modSp add del mod ord">
        <pc:chgData name="順哉 徳重" userId="61863bed2814b00a" providerId="LiveId" clId="{1B5E8801-B434-46BA-8F7F-262F3CCC920D}" dt="2025-08-02T09:16:01.724" v="2039" actId="47"/>
        <pc:sldMkLst>
          <pc:docMk/>
          <pc:sldMk cId="3737405998" sldId="275"/>
        </pc:sldMkLst>
      </pc:sldChg>
      <pc:sldChg chg="addSp modSp new del mod">
        <pc:chgData name="順哉 徳重" userId="61863bed2814b00a" providerId="LiveId" clId="{1B5E8801-B434-46BA-8F7F-262F3CCC920D}" dt="2025-08-02T09:16:04.204" v="2042" actId="47"/>
        <pc:sldMkLst>
          <pc:docMk/>
          <pc:sldMk cId="892589220" sldId="276"/>
        </pc:sldMkLst>
      </pc:sldChg>
      <pc:sldChg chg="modSp mod">
        <pc:chgData name="順哉 徳重" userId="61863bed2814b00a" providerId="LiveId" clId="{1B5E8801-B434-46BA-8F7F-262F3CCC920D}" dt="2025-08-06T23:25:19.363" v="2393" actId="20577"/>
        <pc:sldMkLst>
          <pc:docMk/>
          <pc:sldMk cId="1369777386" sldId="276"/>
        </pc:sldMkLst>
        <pc:spChg chg="mod">
          <ac:chgData name="順哉 徳重" userId="61863bed2814b00a" providerId="LiveId" clId="{1B5E8801-B434-46BA-8F7F-262F3CCC920D}" dt="2025-08-06T23:25:19.363" v="2393" actId="20577"/>
          <ac:spMkLst>
            <pc:docMk/>
            <pc:sldMk cId="1369777386" sldId="276"/>
            <ac:spMk id="4" creationId="{5ACAABCF-7614-0110-5128-19062EC40B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0FED09-7338-39C2-7C69-820544F9A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C30DB2-C55C-82E0-A785-D313A8E06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16C86F-74FB-3C8A-2210-F3C0AFBC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69896A-D9E9-109D-3159-76AA939B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F2CE9D-55AE-900D-8A8C-3F5B0E96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659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27DF7E-B68D-C700-2EEE-CA382573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6E321A-7C09-8452-9B7D-EFFF07308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3EDA70-AD07-3A5C-2EAB-2B279EE5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CF9653-BF99-B184-0D1D-0F73926B9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0CF99E-AB35-5E68-BC6A-B57D3AA0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00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F92D58-B8A8-50A6-8AA8-7E119CCC8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E742C9-CFBA-C130-EDB1-B1FA13D4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8B6491-2289-A6E3-01A6-2D855E83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E0A281-FE2B-EA64-3582-C80BC484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BAF290-0FF4-6A6A-9CD7-289E35A5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51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6BD88E-05FF-306B-999E-6DC296C7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D10C92-11AB-838D-65F2-E7F73614E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7B4A71-0D61-4889-FE5F-76AC9A555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A70BA5-1039-7B68-137E-FED84940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040835-93A5-3AED-FE19-54A4F63B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D08B9A-E319-47DC-787D-E1505FE0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629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2D375-A399-B324-AD71-CC85FFEE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F1DC47-C054-6883-465A-059ECAB1E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856FE5-ABEE-C973-CC0E-5681CB4DB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6097884-F43E-9F70-49FC-76DF96949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9770FA4-A355-AA84-2054-FAD55FA3C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7ECF7-1360-365A-D546-E4CE738A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B2ACF6-0CDD-01CC-47BC-62A231A3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C0C19B-DF18-20C1-AC1B-D5AA7F3F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96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BA857-69FA-5C6D-18AB-4C404228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DA3C9DB-C786-79E7-2199-9C8C12B8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236923-4A37-42FD-EF81-3C7B3BBE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EA3CDC-3F94-6C1C-6923-56A14289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2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925EC0-C45C-A8B6-B03F-0C7A64E0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439BF4-3E61-3ADA-AB32-EEE376D45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B54861-753C-3590-C055-AC1CBB8F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881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2F0579-436E-F7FF-FB2B-D9E8DBC4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CDB64B-F258-75B1-4CD0-2441C35EC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E7B7A2-87B0-56B7-F86D-9E0490F03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17A2AD-2F07-BEDA-8890-56EECEB1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87FB57-67DE-9A7A-5D26-8716BA87E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9BDB35-D148-2BCC-DEB7-ACBF52FB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25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07B23E-C10F-8F26-8A58-49BEADC1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6E0AEBF-C017-6348-C2E2-A02CD2B22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833F7D-8142-A13F-0FFE-E02545825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1BFE11-D942-F0B8-FA9A-2DE38462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A45F68-A280-EA77-470A-F90A4716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5D69C2-4D2E-F265-5C2E-73D39AB4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14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74808-571D-DBBF-469A-3B3B661C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236DE3F-69B2-662B-E027-E071DA081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7A23D1-7C34-9370-2D1A-7C426F97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328D4B-D6F0-418F-1B83-5F60918B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8E9DDC-DAED-575F-90F7-D055C2A9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74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A5F7B0-1461-3153-1A99-AF1F966CA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891ECF-E486-8D18-FCBD-773100FDD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734E91-8CB3-E0BE-42FD-884A1C65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40E8B6-E62A-E278-8572-B567156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91B48B-F653-FDBB-4834-DCE9EAF3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05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56C7E9-37E6-36B5-068A-2E7C6007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03F00F-E7DA-E528-3C55-26D72CF4F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0ACE30-38D6-3513-00D3-9E174AEC2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A872-DDD1-4DDD-AFE9-8F27EAB700D9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F6A3B1-585B-E743-D126-3DCF85ABA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AB52CB-3DFD-23C8-4B77-D82558716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65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expertflow.com/cx/4.3/kubernetes-deployment-getting-started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blog.ap-com.co.jp/entry/irsa-deep-dive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-sigs/aws-load-balancer-controller/blob/main/docs/install/iam_policy.jso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0058D-49E3-AF83-0C38-2B9F69507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9319" y="2284732"/>
            <a:ext cx="9311096" cy="1144268"/>
          </a:xfrm>
        </p:spPr>
        <p:txBody>
          <a:bodyPr>
            <a:noAutofit/>
          </a:bodyPr>
          <a:lstStyle/>
          <a:p>
            <a:r>
              <a:rPr kumimoji="1" lang="en-US" altLang="ja-JP" sz="5400" dirty="0"/>
              <a:t>Amazon EKS</a:t>
            </a:r>
            <a:r>
              <a:rPr kumimoji="1" lang="ja-JP" altLang="en-US" sz="5400" dirty="0"/>
              <a:t>入門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E74ED7-8105-6C98-E82B-204A05B25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5650" y="4697834"/>
            <a:ext cx="3871317" cy="872455"/>
          </a:xfrm>
        </p:spPr>
        <p:txBody>
          <a:bodyPr>
            <a:noAutofit/>
          </a:bodyPr>
          <a:lstStyle/>
          <a:p>
            <a:r>
              <a:rPr kumimoji="1" lang="ja-JP" altLang="en-US" sz="4800" dirty="0"/>
              <a:t>徳重順哉</a:t>
            </a:r>
          </a:p>
        </p:txBody>
      </p:sp>
    </p:spTree>
    <p:extLst>
      <p:ext uri="{BB962C8B-B14F-4D97-AF65-F5344CB8AC3E}">
        <p14:creationId xmlns:p14="http://schemas.microsoft.com/office/powerpoint/2010/main" val="15282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2E723-99A4-CB01-6A13-592A0487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4C3C5E-5927-F8CE-033C-63B6BED69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24" y="870162"/>
            <a:ext cx="3100648" cy="565427"/>
          </a:xfrm>
        </p:spPr>
        <p:txBody>
          <a:bodyPr>
            <a:noAutofit/>
          </a:bodyPr>
          <a:lstStyle/>
          <a:p>
            <a:r>
              <a:rPr lang="en-US" altLang="ja-JP" sz="3000" dirty="0"/>
              <a:t>Amazon EKS</a:t>
            </a:r>
            <a:r>
              <a:rPr kumimoji="1" lang="ja-JP" altLang="en-US" sz="3000" dirty="0"/>
              <a:t>とは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1600D04-4C38-E3F7-4427-30D65B38B612}"/>
              </a:ext>
            </a:extLst>
          </p:cNvPr>
          <p:cNvSpPr txBox="1">
            <a:spLocks/>
          </p:cNvSpPr>
          <p:nvPr/>
        </p:nvSpPr>
        <p:spPr>
          <a:xfrm>
            <a:off x="407323" y="1584154"/>
            <a:ext cx="6334299" cy="5654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000" dirty="0"/>
              <a:t>フルマネージド</a:t>
            </a:r>
            <a:r>
              <a:rPr lang="en-US" altLang="ja-JP" sz="3000" dirty="0"/>
              <a:t>Kubernetes</a:t>
            </a:r>
            <a:r>
              <a:rPr lang="ja-JP" altLang="en-US" sz="3000" dirty="0"/>
              <a:t>サービス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E3BA9784-F572-9DA6-5FF6-DE6D6F7BF49D}"/>
              </a:ext>
            </a:extLst>
          </p:cNvPr>
          <p:cNvSpPr txBox="1">
            <a:spLocks/>
          </p:cNvSpPr>
          <p:nvPr/>
        </p:nvSpPr>
        <p:spPr>
          <a:xfrm>
            <a:off x="407323" y="3827431"/>
            <a:ext cx="11085021" cy="14464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3000" b="0" i="0" dirty="0">
                <a:effectLst/>
                <a:latin typeface="Roboto" panose="02000000000000000000" pitchFamily="2" charset="0"/>
              </a:rPr>
              <a:t>コンテナ化したアプリケーションの</a:t>
            </a:r>
            <a:r>
              <a:rPr lang="ja-JP" altLang="en-US" sz="3000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デプロイ</a:t>
            </a:r>
            <a:r>
              <a:rPr lang="ja-JP" altLang="en-US" sz="3000" b="0" i="0" dirty="0">
                <a:effectLst/>
                <a:latin typeface="Roboto" panose="02000000000000000000" pitchFamily="2" charset="0"/>
              </a:rPr>
              <a:t>、スケーリング、および管理を行うための、</a:t>
            </a:r>
            <a:r>
              <a:rPr lang="ja-JP" altLang="en-US" sz="3000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オープンソース</a:t>
            </a:r>
            <a:r>
              <a:rPr lang="ja-JP" altLang="en-US" sz="3000" b="0" i="0" dirty="0">
                <a:effectLst/>
                <a:latin typeface="Roboto" panose="02000000000000000000" pitchFamily="2" charset="0"/>
              </a:rPr>
              <a:t>のコンテナ</a:t>
            </a:r>
            <a:r>
              <a:rPr lang="ja-JP" altLang="en-US" sz="3000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オーケストレーション</a:t>
            </a:r>
            <a:r>
              <a:rPr lang="ja-JP" altLang="en-US" sz="3000" b="0" i="0" dirty="0">
                <a:effectLst/>
                <a:latin typeface="Roboto" panose="02000000000000000000" pitchFamily="2" charset="0"/>
              </a:rPr>
              <a:t>システム</a:t>
            </a:r>
            <a:endParaRPr lang="en-US" altLang="ja-JP" sz="3000" dirty="0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89EB9B2C-C074-65E1-1730-BA9B6F47B31C}"/>
              </a:ext>
            </a:extLst>
          </p:cNvPr>
          <p:cNvSpPr txBox="1">
            <a:spLocks/>
          </p:cNvSpPr>
          <p:nvPr/>
        </p:nvSpPr>
        <p:spPr>
          <a:xfrm>
            <a:off x="407323" y="3113439"/>
            <a:ext cx="2859579" cy="5654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000" dirty="0"/>
              <a:t>Kubernetes</a:t>
            </a:r>
            <a:r>
              <a:rPr lang="ja-JP" altLang="en-US" sz="3000" dirty="0"/>
              <a:t>とは</a:t>
            </a:r>
          </a:p>
        </p:txBody>
      </p:sp>
    </p:spTree>
    <p:extLst>
      <p:ext uri="{BB962C8B-B14F-4D97-AF65-F5344CB8AC3E}">
        <p14:creationId xmlns:p14="http://schemas.microsoft.com/office/powerpoint/2010/main" val="213314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5274DF9-FE10-C756-A3DD-A0945923BFFE}"/>
              </a:ext>
            </a:extLst>
          </p:cNvPr>
          <p:cNvSpPr txBox="1"/>
          <p:nvPr/>
        </p:nvSpPr>
        <p:spPr>
          <a:xfrm>
            <a:off x="382398" y="471259"/>
            <a:ext cx="4414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/>
              <a:t>クラスターを生成</a:t>
            </a:r>
            <a:endParaRPr lang="en-US" altLang="ja-JP" sz="2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B2238C-90FF-EFD8-0255-1556B4F9B270}"/>
              </a:ext>
            </a:extLst>
          </p:cNvPr>
          <p:cNvSpPr txBox="1"/>
          <p:nvPr/>
        </p:nvSpPr>
        <p:spPr>
          <a:xfrm>
            <a:off x="382398" y="994479"/>
            <a:ext cx="502918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600" dirty="0"/>
              <a:t>eksctl create cluster</a:t>
            </a:r>
          </a:p>
          <a:p>
            <a:r>
              <a:rPr lang="ja-JP" altLang="en-US" sz="2600" dirty="0"/>
              <a:t>  --name eks-example</a:t>
            </a:r>
          </a:p>
          <a:p>
            <a:r>
              <a:rPr lang="ja-JP" altLang="en-US" sz="2600" dirty="0"/>
              <a:t>  --version 1.30</a:t>
            </a:r>
          </a:p>
          <a:p>
            <a:r>
              <a:rPr lang="ja-JP" altLang="en-US" sz="2600" dirty="0"/>
              <a:t>  --region ap-northeast-1</a:t>
            </a:r>
          </a:p>
          <a:p>
            <a:r>
              <a:rPr lang="ja-JP" altLang="en-US" sz="2600" dirty="0"/>
              <a:t>  --nodegroup-name workers</a:t>
            </a:r>
          </a:p>
          <a:p>
            <a:r>
              <a:rPr lang="ja-JP" altLang="en-US" sz="2600" dirty="0"/>
              <a:t>  --node-type t3.medium</a:t>
            </a:r>
          </a:p>
          <a:p>
            <a:r>
              <a:rPr lang="ja-JP" altLang="en-US" sz="2600" dirty="0"/>
              <a:t>  --nodes 2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ECE1F2-7D29-E909-0176-2E9AC244CAE4}"/>
              </a:ext>
            </a:extLst>
          </p:cNvPr>
          <p:cNvSpPr txBox="1"/>
          <p:nvPr/>
        </p:nvSpPr>
        <p:spPr>
          <a:xfrm>
            <a:off x="382398" y="3887579"/>
            <a:ext cx="63426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--name </a:t>
            </a:r>
            <a:r>
              <a:rPr lang="ja-JP" altLang="en-US" dirty="0"/>
              <a:t>クラスターの名前</a:t>
            </a:r>
            <a:br>
              <a:rPr lang="en-US" altLang="ja-JP" dirty="0"/>
            </a:br>
            <a:r>
              <a:rPr lang="en-US" altLang="ja-JP" dirty="0"/>
              <a:t>--version </a:t>
            </a:r>
            <a:r>
              <a:rPr lang="en-US" altLang="ja-JP" b="0" i="0" dirty="0">
                <a:solidFill>
                  <a:srgbClr val="1C1E21"/>
                </a:solidFill>
                <a:effectLst/>
              </a:rPr>
              <a:t>EKS</a:t>
            </a:r>
            <a:r>
              <a:rPr lang="ja-JP" altLang="en-US" b="0" i="0" dirty="0">
                <a:solidFill>
                  <a:srgbClr val="1C1E21"/>
                </a:solidFill>
                <a:effectLst/>
              </a:rPr>
              <a:t>クラスターの</a:t>
            </a:r>
            <a:r>
              <a:rPr lang="en-US" altLang="ja-JP" b="0" i="0" dirty="0">
                <a:solidFill>
                  <a:srgbClr val="1C1E21"/>
                </a:solidFill>
                <a:effectLst/>
              </a:rPr>
              <a:t>Kubernetes</a:t>
            </a:r>
            <a:r>
              <a:rPr lang="ja-JP" altLang="en-US" b="0" i="0" dirty="0">
                <a:solidFill>
                  <a:srgbClr val="1C1E21"/>
                </a:solidFill>
                <a:effectLst/>
              </a:rPr>
              <a:t>バージョン</a:t>
            </a:r>
            <a:br>
              <a:rPr lang="en-US" altLang="ja-JP" b="0" i="0" dirty="0">
                <a:solidFill>
                  <a:srgbClr val="1C1E21"/>
                </a:solidFill>
                <a:effectLst/>
              </a:rPr>
            </a:br>
            <a:r>
              <a:rPr lang="en-US" altLang="ja-JP" b="0" i="0" dirty="0">
                <a:solidFill>
                  <a:srgbClr val="1C1E21"/>
                </a:solidFill>
                <a:effectLst/>
              </a:rPr>
              <a:t>--region</a:t>
            </a:r>
            <a:r>
              <a:rPr lang="ja-JP" altLang="en-US" b="0" i="0" dirty="0">
                <a:solidFill>
                  <a:srgbClr val="1C1E21"/>
                </a:solidFill>
                <a:effectLst/>
              </a:rPr>
              <a:t>クラスターをデプロイする</a:t>
            </a:r>
            <a:r>
              <a:rPr lang="en-US" altLang="ja-JP" b="0" i="0" dirty="0">
                <a:solidFill>
                  <a:srgbClr val="1C1E21"/>
                </a:solidFill>
                <a:effectLst/>
              </a:rPr>
              <a:t>AWS</a:t>
            </a:r>
            <a:r>
              <a:rPr lang="ja-JP" altLang="en-US" b="0" i="0" dirty="0">
                <a:solidFill>
                  <a:srgbClr val="1C1E21"/>
                </a:solidFill>
                <a:effectLst/>
              </a:rPr>
              <a:t>のリージョン</a:t>
            </a:r>
            <a:br>
              <a:rPr lang="en-US" altLang="ja-JP" b="0" i="0" dirty="0">
                <a:solidFill>
                  <a:srgbClr val="1C1E21"/>
                </a:solidFill>
                <a:effectLst/>
              </a:rPr>
            </a:br>
            <a:r>
              <a:rPr lang="en-US" altLang="ja-JP" b="0" i="0" dirty="0">
                <a:solidFill>
                  <a:srgbClr val="1C1E21"/>
                </a:solidFill>
                <a:effectLst/>
              </a:rPr>
              <a:t>--</a:t>
            </a:r>
            <a:r>
              <a:rPr lang="en-US" altLang="ja-JP" b="0" i="0" dirty="0" err="1">
                <a:solidFill>
                  <a:srgbClr val="1C1E21"/>
                </a:solidFill>
                <a:effectLst/>
              </a:rPr>
              <a:t>nodegroup</a:t>
            </a:r>
            <a:r>
              <a:rPr lang="en-US" altLang="ja-JP" b="0" i="0" dirty="0">
                <a:solidFill>
                  <a:srgbClr val="1C1E21"/>
                </a:solidFill>
                <a:effectLst/>
              </a:rPr>
              <a:t>-name </a:t>
            </a:r>
            <a:r>
              <a:rPr lang="ja-JP" altLang="en-US" b="0" i="0" dirty="0">
                <a:solidFill>
                  <a:srgbClr val="1C1E21"/>
                </a:solidFill>
                <a:effectLst/>
              </a:rPr>
              <a:t>ノードグループの名前</a:t>
            </a:r>
            <a:br>
              <a:rPr lang="en-US" altLang="ja-JP" b="0" i="0" dirty="0">
                <a:solidFill>
                  <a:srgbClr val="1C1E21"/>
                </a:solidFill>
                <a:effectLst/>
              </a:rPr>
            </a:br>
            <a:r>
              <a:rPr lang="en-US" altLang="ja-JP" b="0" i="0" dirty="0">
                <a:solidFill>
                  <a:srgbClr val="1C1E21"/>
                </a:solidFill>
                <a:effectLst/>
              </a:rPr>
              <a:t>--node-type</a:t>
            </a:r>
            <a:r>
              <a:rPr lang="ja-JP" altLang="en-US" b="0" i="0" dirty="0">
                <a:solidFill>
                  <a:srgbClr val="1C1E21"/>
                </a:solidFill>
                <a:effectLst/>
              </a:rPr>
              <a:t>ノードグループで使用するインスタンスタイプ</a:t>
            </a:r>
            <a:br>
              <a:rPr lang="en-US" altLang="ja-JP" b="0" i="0" dirty="0">
                <a:solidFill>
                  <a:srgbClr val="1C1E21"/>
                </a:solidFill>
                <a:effectLst/>
              </a:rPr>
            </a:br>
            <a:r>
              <a:rPr lang="en-US" altLang="ja-JP" b="0" i="0" dirty="0">
                <a:solidFill>
                  <a:srgbClr val="1C1E21"/>
                </a:solidFill>
                <a:effectLst/>
              </a:rPr>
              <a:t>--nodes</a:t>
            </a:r>
            <a:r>
              <a:rPr lang="ja-JP" altLang="en-US" b="0" i="0" dirty="0">
                <a:solidFill>
                  <a:srgbClr val="1C1E21"/>
                </a:solidFill>
                <a:effectLst/>
              </a:rPr>
              <a:t>ノードグループのノード数</a:t>
            </a:r>
            <a:br>
              <a:rPr lang="en-US" altLang="ja-JP" b="0" i="0" dirty="0">
                <a:solidFill>
                  <a:srgbClr val="1C1E21"/>
                </a:solidFill>
                <a:effectLst/>
                <a:latin typeface="system-ui"/>
              </a:rPr>
            </a:b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097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0B820AE-8100-2D8D-9E31-DF059033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08" y="531033"/>
            <a:ext cx="11646184" cy="558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8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1B8F0E-73FF-AD08-7FE5-CC350E44F504}"/>
              </a:ext>
            </a:extLst>
          </p:cNvPr>
          <p:cNvSpPr txBox="1"/>
          <p:nvPr/>
        </p:nvSpPr>
        <p:spPr>
          <a:xfrm>
            <a:off x="7727260" y="395758"/>
            <a:ext cx="42315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参考</a:t>
            </a:r>
            <a:br>
              <a:rPr lang="en-US" altLang="ja-JP" sz="2000" dirty="0"/>
            </a:br>
            <a:r>
              <a:rPr lang="en-US" altLang="ja-JP" sz="2000" dirty="0">
                <a:hlinkClick r:id="rId2"/>
              </a:rPr>
              <a:t>Kubernetes Deployment - Getting Started</a:t>
            </a:r>
            <a:endParaRPr lang="en-US" altLang="ja-JP" sz="2000" dirty="0"/>
          </a:p>
        </p:txBody>
      </p:sp>
      <p:pic>
        <p:nvPicPr>
          <p:cNvPr id="1026" name="Picture 2" descr="typical diagram of multi-node without HA">
            <a:extLst>
              <a:ext uri="{FF2B5EF4-FFF2-40B4-BE49-F238E27FC236}">
                <a16:creationId xmlns:a16="http://schemas.microsoft.com/office/drawing/2014/main" id="{66EE3FA4-F9DB-F1B2-5D75-66E5C27B4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94" y="395758"/>
            <a:ext cx="7367232" cy="630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998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914BDA1-7EDE-1D67-648A-A6DDF8B6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48" y="1069088"/>
            <a:ext cx="10302052" cy="517282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18B523-245E-186E-B499-47996B2CA785}"/>
              </a:ext>
            </a:extLst>
          </p:cNvPr>
          <p:cNvSpPr txBox="1"/>
          <p:nvPr/>
        </p:nvSpPr>
        <p:spPr>
          <a:xfrm>
            <a:off x="494948" y="436228"/>
            <a:ext cx="7235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リソースが一括作成されている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75141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7D640C6-4F99-0AA0-E121-612D5AD7A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48" y="1290782"/>
            <a:ext cx="11403820" cy="284499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62E8E1-6D61-4A4F-554D-2E60D4384722}"/>
              </a:ext>
            </a:extLst>
          </p:cNvPr>
          <p:cNvSpPr txBox="1"/>
          <p:nvPr/>
        </p:nvSpPr>
        <p:spPr>
          <a:xfrm>
            <a:off x="494948" y="436228"/>
            <a:ext cx="7235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ノードが二つ作成されている</a:t>
            </a:r>
            <a:endParaRPr lang="en-US" altLang="ja-JP" sz="28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0101A0E-5878-0D2A-CD69-B9E4FFACD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48" y="4711387"/>
            <a:ext cx="11555438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7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66A9839-2260-EA22-2FA1-FFAE9BC28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31822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800" dirty="0">
                <a:latin typeface="Arial" panose="020B0604020202020204" pitchFamily="34" charset="0"/>
              </a:rPr>
              <a:t>Deployment</a:t>
            </a: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を作成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E7B659E-190E-3F01-97DE-76D53B06A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1818605"/>
            <a:ext cx="24609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800" dirty="0">
                <a:latin typeface="Arial" panose="020B0604020202020204" pitchFamily="34" charset="0"/>
              </a:rPr>
              <a:t>Service</a:t>
            </a: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を作成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365D3987-12F1-1C11-B0B6-9F50C1DC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592"/>
          <a:stretch>
            <a:fillRect/>
          </a:stretch>
        </p:blipFill>
        <p:spPr>
          <a:xfrm>
            <a:off x="343949" y="2640606"/>
            <a:ext cx="11434194" cy="523221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67AC6EB0-13C5-5F0F-DE83-0A84D571A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49" y="991201"/>
            <a:ext cx="11434194" cy="528623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55D4E3DB-8919-7BC2-8DFF-EF4214264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49" y="3694174"/>
            <a:ext cx="9183350" cy="284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8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8A81-1ADB-0279-8A32-E4887BAF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0A75881-FD38-60E2-7947-649943AE0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82" y="255864"/>
            <a:ext cx="8951676" cy="634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71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5F86-4457-ACB3-8190-B7BF1A65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4936CDB-A8A1-6923-4A3B-8E5973C01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45" y="579344"/>
            <a:ext cx="9297698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29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18B523-245E-186E-B499-47996B2CA785}"/>
              </a:ext>
            </a:extLst>
          </p:cNvPr>
          <p:cNvSpPr txBox="1"/>
          <p:nvPr/>
        </p:nvSpPr>
        <p:spPr>
          <a:xfrm>
            <a:off x="494949" y="436228"/>
            <a:ext cx="4301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OIDC</a:t>
            </a:r>
            <a:r>
              <a:rPr lang="ja-JP" altLang="en-US" sz="2800" dirty="0"/>
              <a:t>有効化</a:t>
            </a:r>
            <a:endParaRPr lang="en-US" altLang="ja-JP" sz="28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9BEEF2C-1AE0-6DC1-F8B7-254AD7E12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15" y="1144762"/>
            <a:ext cx="11001970" cy="69590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80A6B7-4F83-13BE-7BAD-FEE26ACFDD68}"/>
              </a:ext>
            </a:extLst>
          </p:cNvPr>
          <p:cNvSpPr txBox="1"/>
          <p:nvPr/>
        </p:nvSpPr>
        <p:spPr>
          <a:xfrm>
            <a:off x="494948" y="2341927"/>
            <a:ext cx="9647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Pod</a:t>
            </a:r>
            <a:r>
              <a:rPr lang="ja-JP" altLang="en-US" sz="2800" dirty="0"/>
              <a:t>に</a:t>
            </a:r>
            <a:r>
              <a:rPr lang="en-US" altLang="ja-JP" sz="2800" dirty="0"/>
              <a:t>AWS</a:t>
            </a:r>
            <a:r>
              <a:rPr lang="ja-JP" altLang="en-US" sz="2800" dirty="0"/>
              <a:t>リソースを操作する権限を与えるために必要</a:t>
            </a:r>
            <a:endParaRPr lang="en-US" altLang="ja-JP" sz="2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DEEED78-3D1B-6DCE-9FEC-98822254766E}"/>
              </a:ext>
            </a:extLst>
          </p:cNvPr>
          <p:cNvSpPr txBox="1"/>
          <p:nvPr/>
        </p:nvSpPr>
        <p:spPr>
          <a:xfrm>
            <a:off x="595015" y="3346523"/>
            <a:ext cx="9807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游ゴシック 本文"/>
                <a:hlinkClick r:id="rId3"/>
              </a:rPr>
              <a:t>参考</a:t>
            </a:r>
            <a:br>
              <a:rPr lang="en-US" altLang="ja-JP" dirty="0">
                <a:hlinkClick r:id="rId3"/>
              </a:rPr>
            </a:br>
            <a:r>
              <a:rPr lang="en-US" altLang="ja-JP" dirty="0">
                <a:hlinkClick r:id="rId3"/>
              </a:rPr>
              <a:t>IAM Roles for Service Accounts(IRSA)</a:t>
            </a:r>
            <a:r>
              <a:rPr lang="ja-JP" altLang="en-US" dirty="0">
                <a:hlinkClick r:id="rId3"/>
              </a:rPr>
              <a:t>の仕組みを深堀りしてみた </a:t>
            </a:r>
            <a:r>
              <a:rPr lang="en-US" altLang="ja-JP" dirty="0">
                <a:hlinkClick r:id="rId3"/>
              </a:rPr>
              <a:t>- APC </a:t>
            </a:r>
            <a:r>
              <a:rPr lang="ja-JP" altLang="en-US" dirty="0">
                <a:hlinkClick r:id="rId3"/>
              </a:rPr>
              <a:t>技術ブログ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97884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C3C97E-F607-4FD3-DE0E-8312F3FA7679}"/>
              </a:ext>
            </a:extLst>
          </p:cNvPr>
          <p:cNvSpPr txBox="1"/>
          <p:nvPr/>
        </p:nvSpPr>
        <p:spPr>
          <a:xfrm>
            <a:off x="494950" y="436228"/>
            <a:ext cx="10594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IAM</a:t>
            </a:r>
            <a:r>
              <a:rPr lang="ja-JP" altLang="en-US" sz="2800" dirty="0"/>
              <a:t>ポリシー作成</a:t>
            </a:r>
            <a:endParaRPr lang="en-US" altLang="ja-JP" sz="28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FC5D2CE-9977-B44E-AABF-49ECFCDE5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" y="1166070"/>
            <a:ext cx="11266266" cy="302991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C34E37-E930-5FA5-AAD4-C41395DBE5C2}"/>
              </a:ext>
            </a:extLst>
          </p:cNvPr>
          <p:cNvSpPr txBox="1"/>
          <p:nvPr/>
        </p:nvSpPr>
        <p:spPr>
          <a:xfrm>
            <a:off x="494950" y="4818663"/>
            <a:ext cx="109979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>
                <a:hlinkClick r:id="rId3"/>
              </a:rPr>
              <a:t>json</a:t>
            </a:r>
            <a:r>
              <a:rPr lang="ja-JP" altLang="en-US" dirty="0">
                <a:hlinkClick r:id="rId3"/>
              </a:rPr>
              <a:t>ファイルは公式で提供されている</a:t>
            </a:r>
            <a:br>
              <a:rPr lang="en-US" altLang="ja-JP" dirty="0">
                <a:hlinkClick r:id="rId3"/>
              </a:rPr>
            </a:br>
            <a:r>
              <a:rPr lang="en-US" altLang="ja-JP" dirty="0" err="1">
                <a:hlinkClick r:id="rId3"/>
              </a:rPr>
              <a:t>aws</a:t>
            </a:r>
            <a:r>
              <a:rPr lang="en-US" altLang="ja-JP" dirty="0">
                <a:hlinkClick r:id="rId3"/>
              </a:rPr>
              <a:t>-load-balancer-controller/docs/install/</a:t>
            </a:r>
            <a:r>
              <a:rPr lang="en-US" altLang="ja-JP" dirty="0" err="1">
                <a:hlinkClick r:id="rId3"/>
              </a:rPr>
              <a:t>iam_policy.json</a:t>
            </a:r>
            <a:r>
              <a:rPr lang="en-US" altLang="ja-JP" dirty="0">
                <a:hlinkClick r:id="rId3"/>
              </a:rPr>
              <a:t> at main · </a:t>
            </a:r>
            <a:r>
              <a:rPr lang="en-US" altLang="ja-JP" dirty="0" err="1">
                <a:hlinkClick r:id="rId3"/>
              </a:rPr>
              <a:t>kubernetes</a:t>
            </a:r>
            <a:r>
              <a:rPr lang="en-US" altLang="ja-JP" dirty="0">
                <a:hlinkClick r:id="rId3"/>
              </a:rPr>
              <a:t>-sigs/</a:t>
            </a:r>
            <a:r>
              <a:rPr lang="en-US" altLang="ja-JP" dirty="0" err="1">
                <a:hlinkClick r:id="rId3"/>
              </a:rPr>
              <a:t>aws</a:t>
            </a:r>
            <a:r>
              <a:rPr lang="en-US" altLang="ja-JP" dirty="0">
                <a:hlinkClick r:id="rId3"/>
              </a:rPr>
              <a:t>-load-balancer-controller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68754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F94B4-43DC-D057-A600-71A7AE98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7C2FE2F-8180-4B51-0B03-2DE6E8A58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303143"/>
            <a:ext cx="1060258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600" dirty="0"/>
              <a:t>Kubernetes </a:t>
            </a:r>
            <a:r>
              <a:rPr lang="ja-JP" altLang="en-US" sz="2600" dirty="0"/>
              <a:t>の 「</a:t>
            </a:r>
            <a:r>
              <a:rPr lang="en-US" altLang="ja-JP" sz="2600" dirty="0" err="1"/>
              <a:t>ServiceAccount</a:t>
            </a:r>
            <a:r>
              <a:rPr lang="ja-JP" altLang="en-US" sz="2600" dirty="0"/>
              <a:t>」 と </a:t>
            </a:r>
            <a:r>
              <a:rPr lang="en-US" altLang="ja-JP" sz="2600" dirty="0"/>
              <a:t>AWS </a:t>
            </a:r>
            <a:r>
              <a:rPr lang="ja-JP" altLang="en-US" sz="2600" dirty="0"/>
              <a:t>の 「</a:t>
            </a:r>
            <a:r>
              <a:rPr lang="en-US" altLang="ja-JP" sz="2600" dirty="0"/>
              <a:t>IAM Role</a:t>
            </a:r>
            <a:r>
              <a:rPr lang="ja-JP" altLang="en-US" sz="2600" dirty="0"/>
              <a:t>」 を作成</a:t>
            </a:r>
            <a:endParaRPr kumimoji="0" lang="en-US" altLang="ja-JP" sz="26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2ED4BE4-E12B-35DA-F36F-35D35F6B1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40" y="1214957"/>
            <a:ext cx="11643919" cy="199204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8C7AFC5-3E2C-81D2-0175-50053FA78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3" y="4349319"/>
            <a:ext cx="11711031" cy="213327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FB17971-1C56-B5B8-B3D5-4454197EF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40" y="3626375"/>
            <a:ext cx="101040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400" dirty="0"/>
              <a:t>Helm(</a:t>
            </a:r>
            <a:r>
              <a:rPr lang="ja-JP" altLang="en-US" sz="2400" dirty="0"/>
              <a:t>デプロイツール</a:t>
            </a:r>
            <a:r>
              <a:rPr lang="en-US" altLang="ja-JP" sz="2400" dirty="0"/>
              <a:t>)</a:t>
            </a:r>
            <a:r>
              <a:rPr lang="ja-JP" altLang="en-US" sz="2400" dirty="0"/>
              <a:t>で </a:t>
            </a:r>
            <a:r>
              <a:rPr lang="en-US" altLang="ja-JP" sz="2400" dirty="0" err="1"/>
              <a:t>aws</a:t>
            </a:r>
            <a:r>
              <a:rPr lang="en-US" altLang="ja-JP" sz="2400" dirty="0"/>
              <a:t>-load-balancer-controller </a:t>
            </a:r>
            <a:r>
              <a:rPr lang="ja-JP" altLang="en-US" sz="2400" dirty="0"/>
              <a:t>をインストール</a:t>
            </a:r>
          </a:p>
        </p:txBody>
      </p:sp>
    </p:spTree>
    <p:extLst>
      <p:ext uri="{BB962C8B-B14F-4D97-AF65-F5344CB8AC3E}">
        <p14:creationId xmlns:p14="http://schemas.microsoft.com/office/powerpoint/2010/main" val="3976586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3BA6-E74B-81AF-C891-176E0A3C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8E0D747-77EC-A459-5922-A6F22190E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20633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Ingress</a:t>
            </a: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作成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DE783B8-EB37-A27E-8CE8-81DF2D87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9" y="1035295"/>
            <a:ext cx="11618752" cy="111923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53087C5-DE67-A889-7F1E-000459316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78" y="2219462"/>
            <a:ext cx="5754022" cy="428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24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1B32E-7532-E022-E499-17643B40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D84AA75-FA59-6325-1BD2-A9B71390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0" y="1414181"/>
            <a:ext cx="10536120" cy="402963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7A9A152-1C50-D86B-E5EF-059FD356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160" y="455534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アクセスできた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064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3156-E5E9-183E-492A-FC491942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51B56-A334-E127-31A9-BA05C89AD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105977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ロードバランサーが作成され、リクエストが振り分けられている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8B2C381-03B4-3F13-DA17-8274209B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13" y="810974"/>
            <a:ext cx="10992374" cy="555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74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63D7-1A7F-785B-DED7-C26731C1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817DB1-F779-5D54-D71C-109054967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23" y="294040"/>
            <a:ext cx="1019702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200" dirty="0"/>
              <a:t>ALB → Pod IP </a:t>
            </a:r>
            <a:r>
              <a:rPr lang="ja-JP" altLang="en-US" sz="2200" dirty="0"/>
              <a:t>に直接ルーティング</a:t>
            </a:r>
            <a:br>
              <a:rPr lang="en-US" altLang="ja-JP" sz="2200" dirty="0"/>
            </a:br>
            <a:r>
              <a:rPr lang="ja-JP" altLang="en-US" sz="2200" dirty="0"/>
              <a:t>コンソールに並んでいる </a:t>
            </a:r>
            <a:r>
              <a:rPr lang="en-US" altLang="ja-JP" sz="2200" dirty="0"/>
              <a:t>IP </a:t>
            </a:r>
            <a:r>
              <a:rPr lang="ja-JP" altLang="en-US" sz="2200" dirty="0"/>
              <a:t>は </a:t>
            </a:r>
            <a:r>
              <a:rPr lang="en-US" altLang="ja-JP" sz="2200" dirty="0"/>
              <a:t>EC2 </a:t>
            </a:r>
            <a:r>
              <a:rPr lang="ja-JP" altLang="en-US" sz="2200" dirty="0"/>
              <a:t>ノードのアドレスではなく </a:t>
            </a:r>
            <a:r>
              <a:rPr lang="en-US" altLang="ja-JP" sz="2200" dirty="0"/>
              <a:t>Pod </a:t>
            </a:r>
            <a:r>
              <a:rPr lang="ja-JP" altLang="en-US" sz="2200" dirty="0"/>
              <a:t>のアドレス</a:t>
            </a:r>
            <a:endParaRPr kumimoji="0" lang="en-US" altLang="ja-JP" sz="220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D0A800D-9DA3-BE83-9FAD-5AD685EC4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53" y="1192877"/>
            <a:ext cx="10328694" cy="520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82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8607</TotalTime>
  <Words>274</Words>
  <Application>Microsoft Office PowerPoint</Application>
  <PresentationFormat>ワイド画面</PresentationFormat>
  <Paragraphs>31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4" baseType="lpstr">
      <vt:lpstr>system-ui</vt:lpstr>
      <vt:lpstr>游ゴシック</vt:lpstr>
      <vt:lpstr>游ゴシック Light</vt:lpstr>
      <vt:lpstr>游ゴシック 本文</vt:lpstr>
      <vt:lpstr>Arial</vt:lpstr>
      <vt:lpstr>Roboto</vt:lpstr>
      <vt:lpstr>Office テーマ</vt:lpstr>
      <vt:lpstr>Amazon EKS入門</vt:lpstr>
      <vt:lpstr>Amazon EKSとは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Functions入門</dc:title>
  <dc:creator>順哉 徳重</dc:creator>
  <cp:lastModifiedBy>順哉 徳重</cp:lastModifiedBy>
  <cp:revision>32</cp:revision>
  <dcterms:created xsi:type="dcterms:W3CDTF">2025-06-28T10:08:11Z</dcterms:created>
  <dcterms:modified xsi:type="dcterms:W3CDTF">2025-11-30T09:26:37Z</dcterms:modified>
</cp:coreProperties>
</file>